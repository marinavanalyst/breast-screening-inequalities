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37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88825" cy="6858000"/>
  <p:notesSz cx="6858000" cy="12188825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9" d="100"/>
          <a:sy n="79" d="100"/>
        </p:scale>
        <p:origin x="101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994327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179867CD-CD09-0EEC-D165-96584688B9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275" y="64008"/>
            <a:ext cx="12012087" cy="5120639"/>
          </a:xfrm>
        </p:spPr>
        <p:txBody>
          <a:bodyPr>
            <a:normAutofit/>
          </a:bodyPr>
          <a:lstStyle>
            <a:lvl1pPr>
              <a:defRPr sz="10997" cap="all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065D245-B564-481D-A323-F73C5BCA846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87853" y="5360878"/>
            <a:ext cx="10034450" cy="566928"/>
          </a:xfrm>
        </p:spPr>
        <p:txBody>
          <a:bodyPr anchor="b" anchorCtr="0">
            <a:normAutofit/>
          </a:bodyPr>
          <a:lstStyle>
            <a:lvl1pPr marL="0" indent="0" algn="r">
              <a:lnSpc>
                <a:spcPct val="100000"/>
              </a:lnSpc>
              <a:buNone/>
              <a:defRPr sz="1999"/>
            </a:lvl1pPr>
            <a:lvl2pPr marL="457063" indent="0" algn="ctr">
              <a:buNone/>
              <a:defRPr sz="1999"/>
            </a:lvl2pPr>
            <a:lvl3pPr marL="914126" indent="0" algn="ctr">
              <a:buNone/>
              <a:defRPr sz="1799"/>
            </a:lvl3pPr>
            <a:lvl4pPr marL="1371189" indent="0" algn="ctr">
              <a:buNone/>
              <a:defRPr sz="1600"/>
            </a:lvl4pPr>
            <a:lvl5pPr marL="1828251" indent="0" algn="ctr">
              <a:buNone/>
              <a:defRPr sz="1600"/>
            </a:lvl5pPr>
            <a:lvl6pPr marL="2285314" indent="0" algn="ctr">
              <a:buNone/>
              <a:defRPr sz="1600"/>
            </a:lvl6pPr>
            <a:lvl7pPr marL="2742377" indent="0" algn="ctr">
              <a:buNone/>
              <a:defRPr sz="1600"/>
            </a:lvl7pPr>
            <a:lvl8pPr marL="3199440" indent="0" algn="ctr">
              <a:buNone/>
              <a:defRPr sz="1600"/>
            </a:lvl8pPr>
            <a:lvl9pPr marL="3656503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1422A5-3076-413B-84CB-ED3BA4171C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E072EE-51B3-4C0C-A460-4684AB0793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2CEDE-2AB4-4FB8-9551-E0AA4222B1A3}" type="datetime1">
              <a:rPr lang="en-US" smtClean="0"/>
              <a:t>10/5/2026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267C68-40D5-477E-9DBC-C28FD4B114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0677F5-4A8A-4BF1-96BE-3BAE8FBAFE2E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3C1F8589-B640-4540-D0AD-2B0461CD3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11384840" y="5749927"/>
            <a:ext cx="803986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48221012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3EE2F5-9D3C-4BE7-9AD5-335B31CF2C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7853" y="1090246"/>
            <a:ext cx="10837803" cy="79051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F98C4F-4BF6-47CF-ABEE-2B12748C47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87852" y="1880756"/>
            <a:ext cx="10837804" cy="455814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51AB30-CD74-471D-9FA6-ADC0C901E6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539070-70D2-4DD1-A439-155343FE26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2CEDE-2AB4-4FB8-9551-E0AA4222B1A3}" type="datetime1">
              <a:rPr lang="en-US" smtClean="0"/>
              <a:pPr/>
              <a:t>10/5/2026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A137C4-F19E-4521-8DCB-4E0CF9CA31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0677F5-4A8A-4BF1-96BE-3BAE8FBAFE2E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D144482-F463-E942-01AE-69DF54F417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1205868"/>
            <a:ext cx="803986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66717281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87564" y="4676177"/>
            <a:ext cx="10832817" cy="1319510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defRPr lang="en-US" sz="5398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87564" y="6065134"/>
            <a:ext cx="10832817" cy="373766"/>
          </a:xfrm>
        </p:spPr>
        <p:txBody>
          <a:bodyPr vert="horz" lIns="91440" tIns="45720" rIns="91440" bIns="45720" rtlCol="0" anchor="b">
            <a:noAutofit/>
          </a:bodyPr>
          <a:lstStyle>
            <a:lvl1pPr marL="0" indent="0">
              <a:spcBef>
                <a:spcPts val="0"/>
              </a:spcBef>
              <a:buNone/>
              <a:defRPr lang="en-US" sz="1999" dirty="0"/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24A208E-BD69-BB12-21B8-DA405B501FA8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1" y="1"/>
            <a:ext cx="12188824" cy="4467828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A7765164-0D02-5316-1845-119CB01119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5715000"/>
            <a:ext cx="803986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DFA2081-8ED6-0719-D0B6-2818D6019332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A51F47A-9B8B-A343-2C56-110E21331AE3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21560963-1EEA-4BDE-8FF9-3FEE13B5D43C}" type="datetime1">
              <a:rPr lang="en-US" smtClean="0"/>
              <a:pPr/>
              <a:t>10/5/2026</a:t>
            </a:fld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F259CCC4-FA9E-2074-3142-5EBA62F91B25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5E0677F5-4A8A-4BF1-96BE-3BAE8FBAFE2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3207226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844347" y="1411359"/>
            <a:ext cx="3735037" cy="2845567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defRPr lang="en-US" sz="3599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844345" y="4403039"/>
            <a:ext cx="3728944" cy="1123122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lnSpc>
                <a:spcPct val="100000"/>
              </a:lnSpc>
              <a:buNone/>
              <a:defRPr lang="en-US" sz="1600" dirty="0"/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51A639AF-317A-79DF-3175-64C726EA3189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1" y="0"/>
            <a:ext cx="7615801" cy="6858000"/>
          </a:xfrm>
          <a:custGeom>
            <a:avLst/>
            <a:gdLst>
              <a:gd name="connsiteX0" fmla="*/ 0 w 7195675"/>
              <a:gd name="connsiteY0" fmla="*/ 0 h 6858000"/>
              <a:gd name="connsiteX1" fmla="*/ 7195675 w 7195675"/>
              <a:gd name="connsiteY1" fmla="*/ 0 h 6858000"/>
              <a:gd name="connsiteX2" fmla="*/ 7195675 w 7195675"/>
              <a:gd name="connsiteY2" fmla="*/ 6858000 h 6858000"/>
              <a:gd name="connsiteX3" fmla="*/ 0 w 7195675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195675" h="6858000">
                <a:moveTo>
                  <a:pt x="0" y="0"/>
                </a:moveTo>
                <a:lnTo>
                  <a:pt x="7195675" y="0"/>
                </a:lnTo>
                <a:lnTo>
                  <a:pt x="7195675" y="6858000"/>
                </a:lnTo>
                <a:lnTo>
                  <a:pt x="0" y="6858000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17" name="Footer Placeholder 4">
            <a:extLst>
              <a:ext uri="{FF2B5EF4-FFF2-40B4-BE49-F238E27FC236}">
                <a16:creationId xmlns:a16="http://schemas.microsoft.com/office/drawing/2014/main" id="{DF8C2BF2-38FB-0598-A4BE-DD111229A3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844345" y="6438900"/>
            <a:ext cx="1713855" cy="419100"/>
          </a:xfrm>
        </p:spPr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18" name="Date Placeholder 4">
            <a:extLst>
              <a:ext uri="{FF2B5EF4-FFF2-40B4-BE49-F238E27FC236}">
                <a16:creationId xmlns:a16="http://schemas.microsoft.com/office/drawing/2014/main" id="{5A41BBAF-5441-8512-B575-2EB961DD485E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9648383" y="6438900"/>
            <a:ext cx="864479" cy="419100"/>
          </a:xfrm>
        </p:spPr>
        <p:txBody>
          <a:bodyPr/>
          <a:lstStyle/>
          <a:p>
            <a:fld id="{7DA2CEDE-2AB4-4FB8-9551-E0AA4222B1A3}" type="datetime1">
              <a:rPr lang="en-US" smtClean="0"/>
              <a:pPr/>
              <a:t>10/5/2026</a:t>
            </a:fld>
            <a:endParaRPr lang="en-US" dirty="0"/>
          </a:p>
        </p:txBody>
      </p:sp>
      <p:sp>
        <p:nvSpPr>
          <p:cNvPr id="19" name="Slide Number Placeholder 5">
            <a:extLst>
              <a:ext uri="{FF2B5EF4-FFF2-40B4-BE49-F238E27FC236}">
                <a16:creationId xmlns:a16="http://schemas.microsoft.com/office/drawing/2014/main" id="{89401810-4A83-D1CF-00A6-76F622C715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21024" y="6438900"/>
            <a:ext cx="601279" cy="419100"/>
          </a:xfrm>
        </p:spPr>
        <p:txBody>
          <a:bodyPr/>
          <a:lstStyle/>
          <a:p>
            <a:fld id="{5E0677F5-4A8A-4BF1-96BE-3BAE8FBAFE2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67892197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361A7175-8061-E7CC-68E4-2B3CECB6CCF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87853" y="1090244"/>
            <a:ext cx="10034450" cy="5159257"/>
          </a:xfrm>
        </p:spPr>
        <p:txBody>
          <a:bodyPr>
            <a:normAutofit/>
          </a:bodyPr>
          <a:lstStyle>
            <a:lvl1pPr>
              <a:defRPr sz="7998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Section header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094542-CAEF-4D6C-BE6A-BC100F0590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408851-4DCC-447C-828A-5F7E66F762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71006E0F-42A5-451E-8A36-26756F7C34E0}" type="datetime1">
              <a:rPr lang="en-US" smtClean="0"/>
              <a:pPr/>
              <a:t>10/5/2026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8BDE40-8468-4051-9703-B751608AAF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8E274F5D-21DC-40EF-8DBA-AB9BB119E939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96A5A591-C2D3-D6A3-432F-2C1371951C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1205868"/>
            <a:ext cx="803986" cy="0"/>
          </a:xfrm>
          <a:prstGeom prst="line">
            <a:avLst/>
          </a:prstGeom>
          <a:ln w="1206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75144715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CB916BDA-9E36-8180-7EBC-AC2A35C79FF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90656" y="1088703"/>
            <a:ext cx="8476864" cy="1395553"/>
          </a:xfrm>
        </p:spPr>
        <p:txBody>
          <a:bodyPr anchor="t">
            <a:normAutofit/>
          </a:bodyPr>
          <a:lstStyle>
            <a:lvl1pPr>
              <a:defRPr sz="3599"/>
            </a:lvl1pPr>
          </a:lstStyle>
          <a:p>
            <a:r>
              <a:rPr lang="en-US" dirty="0"/>
              <a:t>Agenda</a:t>
            </a:r>
          </a:p>
        </p:txBody>
      </p:sp>
      <p:sp>
        <p:nvSpPr>
          <p:cNvPr id="8" name="Content Placeholder 6">
            <a:extLst>
              <a:ext uri="{FF2B5EF4-FFF2-40B4-BE49-F238E27FC236}">
                <a16:creationId xmlns:a16="http://schemas.microsoft.com/office/drawing/2014/main" id="{92AF672E-4752-50B9-9301-C8042FD003C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096411" y="2484255"/>
            <a:ext cx="8465353" cy="3539514"/>
          </a:xfrm>
        </p:spPr>
        <p:txBody>
          <a:bodyPr>
            <a:normAutofit/>
          </a:bodyPr>
          <a:lstStyle>
            <a:lvl1pPr marL="457063" indent="-457063">
              <a:lnSpc>
                <a:spcPct val="100000"/>
              </a:lnSpc>
              <a:buFont typeface="+mj-lt"/>
              <a:buAutoNum type="arabicPeriod"/>
              <a:defRPr sz="1999"/>
            </a:lvl1pPr>
            <a:lvl2pPr marL="685594" indent="-457063">
              <a:lnSpc>
                <a:spcPct val="100000"/>
              </a:lnSpc>
              <a:buFont typeface="+mj-lt"/>
              <a:buAutoNum type="arabicPeriod"/>
              <a:defRPr sz="1999"/>
            </a:lvl2pPr>
            <a:lvl3pPr marL="799860" indent="-342797">
              <a:lnSpc>
                <a:spcPct val="100000"/>
              </a:lnSpc>
              <a:buFont typeface="+mj-lt"/>
              <a:buAutoNum type="arabicPeriod"/>
              <a:defRPr sz="1999"/>
            </a:lvl3pPr>
            <a:lvl4pPr marL="1028391" indent="-342797">
              <a:lnSpc>
                <a:spcPct val="100000"/>
              </a:lnSpc>
              <a:buFont typeface="+mj-lt"/>
              <a:buAutoNum type="arabicPeriod"/>
              <a:defRPr sz="1999"/>
            </a:lvl4pPr>
            <a:lvl5pPr marL="1256923" indent="-342797">
              <a:lnSpc>
                <a:spcPct val="100000"/>
              </a:lnSpc>
              <a:buFont typeface="+mj-lt"/>
              <a:buAutoNum type="arabicPeriod"/>
              <a:defRPr sz="1999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>
              <a:solidFill>
                <a:schemeClr val="tx1"/>
              </a:solidFill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922ABD-C052-4D3A-818B-C58AFC20B321}" type="datetime1">
              <a:rPr lang="en-US" smtClean="0"/>
              <a:pPr/>
              <a:t>10/5/2026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0677F5-4A8A-4BF1-96BE-3BAE8FBAFE2E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565070F-FB67-7572-2807-986A255376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1206128"/>
            <a:ext cx="803986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8983225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87853" y="1088136"/>
            <a:ext cx="5747895" cy="1554480"/>
          </a:xfrm>
        </p:spPr>
        <p:txBody>
          <a:bodyPr anchor="t" anchorCtr="0">
            <a:normAutofit/>
          </a:bodyPr>
          <a:lstStyle>
            <a:lvl1pPr>
              <a:defRPr sz="3599"/>
            </a:lvl1pPr>
          </a:lstStyle>
          <a:p>
            <a:r>
              <a:rPr lang="en-US" dirty="0"/>
              <a:t>Agenda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087853" y="2651760"/>
            <a:ext cx="5747895" cy="3694176"/>
          </a:xfrm>
        </p:spPr>
        <p:txBody>
          <a:bodyPr>
            <a:normAutofit/>
          </a:bodyPr>
          <a:lstStyle>
            <a:lvl1pPr marL="342797" indent="-342797">
              <a:lnSpc>
                <a:spcPct val="100000"/>
              </a:lnSpc>
              <a:buFont typeface="System Font Regular"/>
              <a:buChar char="-"/>
              <a:defRPr sz="1999"/>
            </a:lvl1pPr>
            <a:lvl2pPr>
              <a:lnSpc>
                <a:spcPct val="100000"/>
              </a:lnSpc>
              <a:defRPr sz="1999"/>
            </a:lvl2pPr>
            <a:lvl3pPr>
              <a:lnSpc>
                <a:spcPct val="100000"/>
              </a:lnSpc>
              <a:defRPr sz="1999"/>
            </a:lvl3pPr>
            <a:lvl4pPr>
              <a:lnSpc>
                <a:spcPct val="100000"/>
              </a:lnSpc>
              <a:defRPr sz="1999"/>
            </a:lvl4pPr>
            <a:lvl5pPr>
              <a:lnSpc>
                <a:spcPct val="100000"/>
              </a:lnSpc>
              <a:defRPr sz="1999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90656" y="6438900"/>
            <a:ext cx="3914384" cy="419100"/>
          </a:xfrm>
        </p:spPr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005040" y="6438900"/>
            <a:ext cx="1125827" cy="419100"/>
          </a:xfrm>
        </p:spPr>
        <p:txBody>
          <a:bodyPr/>
          <a:lstStyle/>
          <a:p>
            <a:fld id="{348FC9B1-6F61-4A8F-9F5E-715654075A93}" type="datetime1">
              <a:rPr lang="en-US" smtClean="0"/>
              <a:pPr/>
              <a:t>10/5/2026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130867" y="6438900"/>
            <a:ext cx="704880" cy="419100"/>
          </a:xfrm>
        </p:spPr>
        <p:txBody>
          <a:bodyPr/>
          <a:lstStyle/>
          <a:p>
            <a:fld id="{5E0677F5-4A8A-4BF1-96BE-3BAE8FBAFE2E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Picture Placeholder 10">
            <a:extLst>
              <a:ext uri="{FF2B5EF4-FFF2-40B4-BE49-F238E27FC236}">
                <a16:creationId xmlns:a16="http://schemas.microsoft.com/office/drawing/2014/main" id="{E4B52E79-E470-1B1A-EADF-94DA7253B328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7313295" y="0"/>
            <a:ext cx="4875530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94C1AE97-7274-F222-2135-C3524958A8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1206128"/>
            <a:ext cx="803986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3810586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7393" y="1114856"/>
            <a:ext cx="3922433" cy="4083580"/>
          </a:xfrm>
        </p:spPr>
        <p:txBody>
          <a:bodyPr anchor="t">
            <a:normAutofit/>
          </a:bodyPr>
          <a:lstStyle>
            <a:lvl1pPr>
              <a:defRPr sz="359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FB4667A-FE47-8556-FD3A-55FDBA801D7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293234" y="1115290"/>
            <a:ext cx="5808200" cy="5171210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defRPr sz="1600"/>
            </a:lvl1pPr>
            <a:lvl2pPr>
              <a:lnSpc>
                <a:spcPct val="100000"/>
              </a:lnSpc>
              <a:defRPr sz="1600"/>
            </a:lvl2pPr>
            <a:lvl3pPr>
              <a:lnSpc>
                <a:spcPct val="100000"/>
              </a:lnSpc>
              <a:defRPr sz="1600"/>
            </a:lvl3pPr>
            <a:lvl4pPr>
              <a:lnSpc>
                <a:spcPct val="100000"/>
              </a:lnSpc>
              <a:defRPr sz="1600"/>
            </a:lvl4pPr>
            <a:lvl5pPr>
              <a:lnSpc>
                <a:spcPct val="100000"/>
              </a:lnSpc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2CEDE-2AB4-4FB8-9551-E0AA4222B1A3}" type="datetime1">
              <a:rPr lang="en-US" smtClean="0"/>
              <a:pPr/>
              <a:t>10/5/2026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0677F5-4A8A-4BF1-96BE-3BAE8FBAFE2E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9954F329-E63B-9F25-4E06-2E98A6453D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1206128"/>
            <a:ext cx="803986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44334761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3419" y="1114655"/>
            <a:ext cx="2770604" cy="3675552"/>
          </a:xfrm>
        </p:spPr>
        <p:txBody>
          <a:bodyPr anchor="t">
            <a:normAutofit/>
          </a:bodyPr>
          <a:lstStyle>
            <a:lvl1pPr>
              <a:defRPr sz="359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C71126E-AEFA-B45A-CD39-AC1315E0333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133456" y="1129145"/>
            <a:ext cx="7792201" cy="5157355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defRPr sz="1600"/>
            </a:lvl1pPr>
            <a:lvl2pPr>
              <a:lnSpc>
                <a:spcPct val="100000"/>
              </a:lnSpc>
              <a:defRPr sz="1600"/>
            </a:lvl2pPr>
            <a:lvl3pPr>
              <a:lnSpc>
                <a:spcPct val="100000"/>
              </a:lnSpc>
              <a:defRPr sz="1600"/>
            </a:lvl3pPr>
            <a:lvl4pPr>
              <a:lnSpc>
                <a:spcPct val="100000"/>
              </a:lnSpc>
              <a:defRPr sz="1600"/>
            </a:lvl4pPr>
            <a:lvl5pPr>
              <a:lnSpc>
                <a:spcPct val="100000"/>
              </a:lnSpc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E08220-0958-4EB6-84AC-FBA5654D4035}" type="datetime1">
              <a:rPr lang="en-US" smtClean="0"/>
              <a:t>10/5/2026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0677F5-4A8A-4BF1-96BE-3BAE8FBAFE2E}" type="slidenum">
              <a:rPr lang="en-US" smtClean="0"/>
              <a:t>‹#›</a:t>
            </a:fld>
            <a:endParaRPr lang="en-US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7547F2C9-46DC-B902-E883-CE0360E6DD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1206128"/>
            <a:ext cx="803986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62613368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84542" y="1111101"/>
            <a:ext cx="6337761" cy="1143000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Picture Placeholder 10">
            <a:extLst>
              <a:ext uri="{FF2B5EF4-FFF2-40B4-BE49-F238E27FC236}">
                <a16:creationId xmlns:a16="http://schemas.microsoft.com/office/drawing/2014/main" id="{6FB7CB50-241E-E6B6-1C0E-1B5466B14779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12190" y="0"/>
            <a:ext cx="4505411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 </a:t>
            </a:r>
          </a:p>
        </p:txBody>
      </p:sp>
      <p:sp>
        <p:nvSpPr>
          <p:cNvPr id="11" name="Content Placeholder 7">
            <a:extLst>
              <a:ext uri="{FF2B5EF4-FFF2-40B4-BE49-F238E27FC236}">
                <a16:creationId xmlns:a16="http://schemas.microsoft.com/office/drawing/2014/main" id="{A1C94DDD-A7D7-1407-F63C-F296AB454220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4784541" y="2402887"/>
            <a:ext cx="6337763" cy="3883614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defRPr sz="1600"/>
            </a:lvl1pPr>
            <a:lvl2pPr>
              <a:lnSpc>
                <a:spcPct val="100000"/>
              </a:lnSpc>
              <a:defRPr sz="1600"/>
            </a:lvl2pPr>
            <a:lvl3pPr>
              <a:lnSpc>
                <a:spcPct val="100000"/>
              </a:lnSpc>
              <a:defRPr sz="1600"/>
            </a:lvl3pPr>
            <a:lvl4pPr>
              <a:lnSpc>
                <a:spcPct val="100000"/>
              </a:lnSpc>
              <a:defRPr sz="1600"/>
            </a:lvl4pPr>
            <a:lvl5pPr>
              <a:lnSpc>
                <a:spcPct val="100000"/>
              </a:lnSpc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363871FB-7459-8C2E-BA80-AD31AE855A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11372651" y="1206128"/>
            <a:ext cx="803986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504282-04A3-1CE1-50A4-AF83D0D40A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784541" y="6438900"/>
            <a:ext cx="4773659" cy="419100"/>
          </a:xfrm>
        </p:spPr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7" name="Date Placeholder 4">
            <a:extLst>
              <a:ext uri="{FF2B5EF4-FFF2-40B4-BE49-F238E27FC236}">
                <a16:creationId xmlns:a16="http://schemas.microsoft.com/office/drawing/2014/main" id="{CA12AEFE-D7DE-804A-807C-704D5B34E130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9648383" y="6438900"/>
            <a:ext cx="864479" cy="419100"/>
          </a:xfrm>
        </p:spPr>
        <p:txBody>
          <a:bodyPr/>
          <a:lstStyle/>
          <a:p>
            <a:fld id="{7DA2CEDE-2AB4-4FB8-9551-E0AA4222B1A3}" type="datetime1">
              <a:rPr lang="en-US" smtClean="0"/>
              <a:pPr/>
              <a:t>10/5/2026</a:t>
            </a:fld>
            <a:endParaRPr lang="en-US" dirty="0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9C293909-C7AB-A707-F48B-6007FE7256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21024" y="6438900"/>
            <a:ext cx="601279" cy="419100"/>
          </a:xfrm>
        </p:spPr>
        <p:txBody>
          <a:bodyPr/>
          <a:lstStyle/>
          <a:p>
            <a:fld id="{5E0677F5-4A8A-4BF1-96BE-3BAE8FBAFE2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11659744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76008" y="1112104"/>
            <a:ext cx="7319708" cy="932688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5" name="Picture Placeholder 10">
            <a:extLst>
              <a:ext uri="{FF2B5EF4-FFF2-40B4-BE49-F238E27FC236}">
                <a16:creationId xmlns:a16="http://schemas.microsoft.com/office/drawing/2014/main" id="{5189CF27-6D02-DB0D-F5D1-1535F1479166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0" y="0"/>
            <a:ext cx="3525521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 </a:t>
            </a:r>
          </a:p>
        </p:txBody>
      </p:sp>
      <p:sp>
        <p:nvSpPr>
          <p:cNvPr id="6" name="Content Placeholder 7">
            <a:extLst>
              <a:ext uri="{FF2B5EF4-FFF2-40B4-BE49-F238E27FC236}">
                <a16:creationId xmlns:a16="http://schemas.microsoft.com/office/drawing/2014/main" id="{6373ED08-D584-FD0F-C5B0-EF4E07A0D890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3775092" y="2187258"/>
            <a:ext cx="7347212" cy="4099242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defRPr sz="1600"/>
            </a:lvl1pPr>
            <a:lvl2pPr>
              <a:lnSpc>
                <a:spcPct val="100000"/>
              </a:lnSpc>
              <a:defRPr sz="1600"/>
            </a:lvl2pPr>
            <a:lvl3pPr>
              <a:lnSpc>
                <a:spcPct val="100000"/>
              </a:lnSpc>
              <a:defRPr sz="1600"/>
            </a:lvl3pPr>
            <a:lvl4pPr>
              <a:lnSpc>
                <a:spcPct val="100000"/>
              </a:lnSpc>
              <a:defRPr sz="1600"/>
            </a:lvl4pPr>
            <a:lvl5pPr>
              <a:lnSpc>
                <a:spcPct val="100000"/>
              </a:lnSpc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7D906524-8E7E-05A8-4F9E-A2C39750A3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11372651" y="1206128"/>
            <a:ext cx="803986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256971-28FA-FA33-0A85-0B851EA7AE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775092" y="6438900"/>
            <a:ext cx="5783108" cy="419100"/>
          </a:xfrm>
        </p:spPr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7" name="Date Placeholder 4">
            <a:extLst>
              <a:ext uri="{FF2B5EF4-FFF2-40B4-BE49-F238E27FC236}">
                <a16:creationId xmlns:a16="http://schemas.microsoft.com/office/drawing/2014/main" id="{F04B437D-29C2-D3ED-BEFA-E1F868B0FB5E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9648383" y="6438900"/>
            <a:ext cx="864479" cy="419100"/>
          </a:xfrm>
        </p:spPr>
        <p:txBody>
          <a:bodyPr/>
          <a:lstStyle/>
          <a:p>
            <a:fld id="{7DA2CEDE-2AB4-4FB8-9551-E0AA4222B1A3}" type="datetime1">
              <a:rPr lang="en-US" smtClean="0"/>
              <a:pPr/>
              <a:t>10/5/2026</a:t>
            </a:fld>
            <a:endParaRPr lang="en-US" dirty="0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70EB108D-6128-5356-6097-7D1D105512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21024" y="6438900"/>
            <a:ext cx="601279" cy="419100"/>
          </a:xfrm>
        </p:spPr>
        <p:txBody>
          <a:bodyPr/>
          <a:lstStyle/>
          <a:p>
            <a:fld id="{5E0677F5-4A8A-4BF1-96BE-3BAE8FBAFE2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88659480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3109" y="1112104"/>
            <a:ext cx="7341652" cy="932688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093109" y="2187258"/>
            <a:ext cx="7341653" cy="4099242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defRPr sz="1600"/>
            </a:lvl1pPr>
            <a:lvl2pPr>
              <a:lnSpc>
                <a:spcPct val="100000"/>
              </a:lnSpc>
              <a:defRPr sz="1600"/>
            </a:lvl2pPr>
            <a:lvl3pPr>
              <a:lnSpc>
                <a:spcPct val="100000"/>
              </a:lnSpc>
              <a:defRPr sz="1600"/>
            </a:lvl3pPr>
            <a:lvl4pPr>
              <a:lnSpc>
                <a:spcPct val="100000"/>
              </a:lnSpc>
              <a:defRPr sz="1600"/>
            </a:lvl4pPr>
            <a:lvl5pPr>
              <a:lnSpc>
                <a:spcPct val="100000"/>
              </a:lnSpc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4D039FC6-F740-7D02-FD07-5B1B076DCE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1206128"/>
            <a:ext cx="803986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666571-786A-B2D2-4FC3-C22E71C243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93109" y="6438900"/>
            <a:ext cx="5777549" cy="419100"/>
          </a:xfrm>
        </p:spPr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6" name="Date Placeholder 4">
            <a:extLst>
              <a:ext uri="{FF2B5EF4-FFF2-40B4-BE49-F238E27FC236}">
                <a16:creationId xmlns:a16="http://schemas.microsoft.com/office/drawing/2014/main" id="{A324A0C0-9CB0-6208-0780-67E3C7F2C02C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6960841" y="6438900"/>
            <a:ext cx="864479" cy="419100"/>
          </a:xfrm>
        </p:spPr>
        <p:txBody>
          <a:bodyPr/>
          <a:lstStyle/>
          <a:p>
            <a:fld id="{7DA2CEDE-2AB4-4FB8-9551-E0AA4222B1A3}" type="datetime1">
              <a:rPr lang="en-US" smtClean="0"/>
              <a:pPr/>
              <a:t>10/5/2026</a:t>
            </a:fld>
            <a:endParaRPr lang="en-US" dirty="0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7F7421E2-5EEC-7791-DBEE-600FF51708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833482" y="6438900"/>
            <a:ext cx="601279" cy="419100"/>
          </a:xfrm>
        </p:spPr>
        <p:txBody>
          <a:bodyPr/>
          <a:lstStyle/>
          <a:p>
            <a:fld id="{5E0677F5-4A8A-4BF1-96BE-3BAE8FBAFE2E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2" name="Picture Placeholder 10">
            <a:extLst>
              <a:ext uri="{FF2B5EF4-FFF2-40B4-BE49-F238E27FC236}">
                <a16:creationId xmlns:a16="http://schemas.microsoft.com/office/drawing/2014/main" id="{61964118-5CFA-FFA8-E19F-A107D63DDC08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663303" y="0"/>
            <a:ext cx="3525521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 </a:t>
            </a:r>
          </a:p>
        </p:txBody>
      </p:sp>
    </p:spTree>
    <p:extLst>
      <p:ext uri="{BB962C8B-B14F-4D97-AF65-F5344CB8AC3E}">
        <p14:creationId xmlns:p14="http://schemas.microsoft.com/office/powerpoint/2010/main" val="2626927901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7783" y="1115737"/>
            <a:ext cx="4737349" cy="1288169"/>
          </a:xfrm>
        </p:spPr>
        <p:txBody>
          <a:bodyPr anchor="t">
            <a:normAutofit/>
          </a:bodyPr>
          <a:lstStyle>
            <a:lvl1pPr>
              <a:defRPr sz="359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087909" y="2552124"/>
            <a:ext cx="4737216" cy="3734376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B84581EB-7A5A-925D-6E20-5C04A0EAA2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1206128"/>
            <a:ext cx="803986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084EA123-AEAB-8F33-C22D-31F9F11A93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87783" y="6438900"/>
            <a:ext cx="3173238" cy="419100"/>
          </a:xfrm>
        </p:spPr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9" name="Date Placeholder 4">
            <a:extLst>
              <a:ext uri="{FF2B5EF4-FFF2-40B4-BE49-F238E27FC236}">
                <a16:creationId xmlns:a16="http://schemas.microsoft.com/office/drawing/2014/main" id="{AA2FCA56-AA13-81B1-1707-7A5D7557B5F8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4351204" y="6438900"/>
            <a:ext cx="864479" cy="419100"/>
          </a:xfrm>
        </p:spPr>
        <p:txBody>
          <a:bodyPr/>
          <a:lstStyle/>
          <a:p>
            <a:fld id="{7DA2CEDE-2AB4-4FB8-9551-E0AA4222B1A3}" type="datetime1">
              <a:rPr lang="en-US" smtClean="0"/>
              <a:pPr/>
              <a:t>10/5/2026</a:t>
            </a:fld>
            <a:endParaRPr lang="en-US" dirty="0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4358A8E3-C7AA-9216-35FD-FE82059828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223845" y="6438900"/>
            <a:ext cx="601279" cy="419100"/>
          </a:xfrm>
        </p:spPr>
        <p:txBody>
          <a:bodyPr/>
          <a:lstStyle/>
          <a:p>
            <a:fld id="{5E0677F5-4A8A-4BF1-96BE-3BAE8FBAFE2E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094412" y="0"/>
            <a:ext cx="6094413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 </a:t>
            </a:r>
          </a:p>
        </p:txBody>
      </p:sp>
    </p:spTree>
    <p:extLst>
      <p:ext uri="{BB962C8B-B14F-4D97-AF65-F5344CB8AC3E}">
        <p14:creationId xmlns:p14="http://schemas.microsoft.com/office/powerpoint/2010/main" val="568027593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8110" y="1111102"/>
            <a:ext cx="3812852" cy="1493863"/>
          </a:xfrm>
        </p:spPr>
        <p:txBody>
          <a:bodyPr anchor="t">
            <a:noAutofit/>
          </a:bodyPr>
          <a:lstStyle>
            <a:lvl1pPr>
              <a:defRPr sz="359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098111" y="2700671"/>
            <a:ext cx="3812853" cy="3585830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36A796DD-1556-39E2-B5E4-90C1C2459D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1206128"/>
            <a:ext cx="803986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713B13-BCC2-B853-769C-4BC6A57D7B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98110" y="6438900"/>
            <a:ext cx="2248749" cy="419100"/>
          </a:xfrm>
        </p:spPr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6" name="Date Placeholder 4">
            <a:extLst>
              <a:ext uri="{FF2B5EF4-FFF2-40B4-BE49-F238E27FC236}">
                <a16:creationId xmlns:a16="http://schemas.microsoft.com/office/drawing/2014/main" id="{A9915D6C-CE56-12D3-C15C-C56B3EFEAFE7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3437042" y="6438900"/>
            <a:ext cx="864479" cy="419100"/>
          </a:xfrm>
        </p:spPr>
        <p:txBody>
          <a:bodyPr/>
          <a:lstStyle/>
          <a:p>
            <a:fld id="{7DA2CEDE-2AB4-4FB8-9551-E0AA4222B1A3}" type="datetime1">
              <a:rPr lang="en-US" smtClean="0"/>
              <a:pPr/>
              <a:t>10/5/2026</a:t>
            </a:fld>
            <a:endParaRPr lang="en-US" dirty="0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3C3F576B-887C-7B84-0990-9143EA6C60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309683" y="6438900"/>
            <a:ext cx="601279" cy="419100"/>
          </a:xfrm>
        </p:spPr>
        <p:txBody>
          <a:bodyPr/>
          <a:lstStyle/>
          <a:p>
            <a:fld id="{5E0677F5-4A8A-4BF1-96BE-3BAE8FBAFE2E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190880" y="0"/>
            <a:ext cx="6997945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 </a:t>
            </a:r>
          </a:p>
        </p:txBody>
      </p:sp>
    </p:spTree>
    <p:extLst>
      <p:ext uri="{BB962C8B-B14F-4D97-AF65-F5344CB8AC3E}">
        <p14:creationId xmlns:p14="http://schemas.microsoft.com/office/powerpoint/2010/main" val="2299460524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>
            <a:extLst>
              <a:ext uri="{FF2B5EF4-FFF2-40B4-BE49-F238E27FC236}">
                <a16:creationId xmlns:a16="http://schemas.microsoft.com/office/drawing/2014/main" id="{175ACA1F-D859-596B-9F50-F1E9A2654E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flipH="1">
            <a:off x="7892152" y="1112432"/>
            <a:ext cx="3230152" cy="1858941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" name="Picture Placeholder 9">
            <a:extLst>
              <a:ext uri="{FF2B5EF4-FFF2-40B4-BE49-F238E27FC236}">
                <a16:creationId xmlns:a16="http://schemas.microsoft.com/office/drawing/2014/main" id="{2A43D9F3-C10E-5B48-BB59-16A8600BD36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12189" y="0"/>
            <a:ext cx="7479829" cy="6858000"/>
          </a:xfrm>
          <a:custGeom>
            <a:avLst/>
            <a:gdLst>
              <a:gd name="connsiteX0" fmla="*/ 0 w 8326323"/>
              <a:gd name="connsiteY0" fmla="*/ 0 h 6858000"/>
              <a:gd name="connsiteX1" fmla="*/ 8326323 w 8326323"/>
              <a:gd name="connsiteY1" fmla="*/ 0 h 6858000"/>
              <a:gd name="connsiteX2" fmla="*/ 8326323 w 8326323"/>
              <a:gd name="connsiteY2" fmla="*/ 6858000 h 6858000"/>
              <a:gd name="connsiteX3" fmla="*/ 0 w 8326323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6323" h="6858000">
                <a:moveTo>
                  <a:pt x="0" y="0"/>
                </a:moveTo>
                <a:lnTo>
                  <a:pt x="8326323" y="0"/>
                </a:lnTo>
                <a:lnTo>
                  <a:pt x="8326323" y="6858000"/>
                </a:lnTo>
                <a:lnTo>
                  <a:pt x="0" y="6858000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 </a:t>
            </a:r>
          </a:p>
        </p:txBody>
      </p:sp>
      <p:sp>
        <p:nvSpPr>
          <p:cNvPr id="4" name="Content Placeholder 7">
            <a:extLst>
              <a:ext uri="{FF2B5EF4-FFF2-40B4-BE49-F238E27FC236}">
                <a16:creationId xmlns:a16="http://schemas.microsoft.com/office/drawing/2014/main" id="{2E10F120-2F5B-B2FD-DB40-683E6176C3D4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7899223" y="3133255"/>
            <a:ext cx="3223080" cy="2656250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lnSpc>
                <a:spcPct val="100000"/>
              </a:lnSpc>
              <a:buNone/>
              <a:defRPr lang="en-US" dirty="0"/>
            </a:lvl1pPr>
            <a:lvl2pPr marL="228531" indent="0">
              <a:lnSpc>
                <a:spcPct val="100000"/>
              </a:lnSpc>
              <a:buNone/>
              <a:defRPr lang="en-US" dirty="0"/>
            </a:lvl2pPr>
            <a:lvl3pPr marL="457063" indent="0">
              <a:lnSpc>
                <a:spcPct val="100000"/>
              </a:lnSpc>
              <a:buNone/>
              <a:defRPr lang="en-US" dirty="0"/>
            </a:lvl3pPr>
            <a:lvl4pPr marL="685594" indent="0">
              <a:lnSpc>
                <a:spcPct val="100000"/>
              </a:lnSpc>
              <a:buNone/>
              <a:defRPr lang="en-US" dirty="0"/>
            </a:lvl4pPr>
            <a:lvl5pPr marL="914126" indent="0">
              <a:lnSpc>
                <a:spcPct val="100000"/>
              </a:lnSpc>
              <a:buNone/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C9A12B08-97E1-66BD-9B69-377E285127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11372651" y="1206128"/>
            <a:ext cx="803986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9EACEEC7-E0DC-ABF5-188B-5636A17BD6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892151" y="6438900"/>
            <a:ext cx="1666048" cy="419100"/>
          </a:xfrm>
        </p:spPr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8" name="Date Placeholder 4">
            <a:extLst>
              <a:ext uri="{FF2B5EF4-FFF2-40B4-BE49-F238E27FC236}">
                <a16:creationId xmlns:a16="http://schemas.microsoft.com/office/drawing/2014/main" id="{D0A24C6D-468E-EAE9-2363-772EA5E51DD0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9648383" y="6438900"/>
            <a:ext cx="864479" cy="419100"/>
          </a:xfrm>
        </p:spPr>
        <p:txBody>
          <a:bodyPr/>
          <a:lstStyle/>
          <a:p>
            <a:fld id="{7DA2CEDE-2AB4-4FB8-9551-E0AA4222B1A3}" type="datetime1">
              <a:rPr lang="en-US" smtClean="0"/>
              <a:pPr/>
              <a:t>10/5/2026</a:t>
            </a:fld>
            <a:endParaRPr lang="en-US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C4C85811-EF51-7552-5F12-17748D2806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21024" y="6438900"/>
            <a:ext cx="601279" cy="419100"/>
          </a:xfrm>
        </p:spPr>
        <p:txBody>
          <a:bodyPr/>
          <a:lstStyle/>
          <a:p>
            <a:fld id="{5E0677F5-4A8A-4BF1-96BE-3BAE8FBAFE2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48843009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034" y="3987803"/>
            <a:ext cx="3044161" cy="2309785"/>
          </a:xfrm>
        </p:spPr>
        <p:txBody>
          <a:bodyPr anchor="t">
            <a:normAutofit/>
          </a:bodyPr>
          <a:lstStyle>
            <a:lvl1pPr>
              <a:defRPr sz="359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-1" y="1"/>
            <a:ext cx="12188825" cy="3443331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54827" y="3987803"/>
            <a:ext cx="7458086" cy="2309785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lnSpc>
                <a:spcPct val="100000"/>
              </a:lnSpc>
              <a:buNone/>
              <a:defRPr lang="en-US" dirty="0"/>
            </a:lvl1pPr>
            <a:lvl2pPr marL="228531" indent="0">
              <a:lnSpc>
                <a:spcPct val="100000"/>
              </a:lnSpc>
              <a:buNone/>
              <a:defRPr lang="en-US" dirty="0"/>
            </a:lvl2pPr>
            <a:lvl3pPr marL="457063" indent="0">
              <a:lnSpc>
                <a:spcPct val="100000"/>
              </a:lnSpc>
              <a:buNone/>
              <a:defRPr lang="en-US" dirty="0"/>
            </a:lvl3pPr>
            <a:lvl4pPr marL="685594" indent="0">
              <a:lnSpc>
                <a:spcPct val="100000"/>
              </a:lnSpc>
              <a:buNone/>
              <a:defRPr lang="en-US" dirty="0"/>
            </a:lvl4pPr>
            <a:lvl5pPr marL="914126" indent="0">
              <a:lnSpc>
                <a:spcPct val="100000"/>
              </a:lnSpc>
              <a:buNone/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4C699AE1-DA01-C4DA-C5BE-8DD9BE13F6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4115092"/>
            <a:ext cx="803986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373F0BC-3C5E-8E58-AFDC-804E1C1C7617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7DA2CEDE-2AB4-4FB8-9551-E0AA4222B1A3}" type="datetime1">
              <a:rPr lang="en-US" smtClean="0"/>
              <a:pPr/>
              <a:t>10/5/2026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E6E5C888-EE74-5D59-47AA-40A53F60011B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4794CA46-7ABA-FF39-20BD-C83B4F6D957B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5E0677F5-4A8A-4BF1-96BE-3BAE8FBAFE2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3802852"/>
      </p:ext>
    </p:extLst>
  </p:cSld>
  <p:clrMapOvr>
    <a:masterClrMapping/>
  </p:clrMapOvr>
  <p:hf sldNum="0"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D85BA164-9326-7934-95DF-A6AAB3F425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0656" y="1120990"/>
            <a:ext cx="10474592" cy="969264"/>
          </a:xfrm>
        </p:spPr>
        <p:txBody>
          <a:bodyPr anchor="t">
            <a:noAutofit/>
          </a:bodyPr>
          <a:lstStyle>
            <a:lvl1pPr>
              <a:defRPr sz="359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96F64025-FA05-CC42-8294-F944BC95DD0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1" y="2286008"/>
            <a:ext cx="6094413" cy="4571992"/>
          </a:xfrm>
          <a:custGeom>
            <a:avLst/>
            <a:gdLst>
              <a:gd name="connsiteX0" fmla="*/ 0 w 6460672"/>
              <a:gd name="connsiteY0" fmla="*/ 0 h 5029200"/>
              <a:gd name="connsiteX1" fmla="*/ 6460672 w 6460672"/>
              <a:gd name="connsiteY1" fmla="*/ 0 h 5029200"/>
              <a:gd name="connsiteX2" fmla="*/ 6460672 w 6460672"/>
              <a:gd name="connsiteY2" fmla="*/ 5029200 h 5029200"/>
              <a:gd name="connsiteX3" fmla="*/ 0 w 6460672"/>
              <a:gd name="connsiteY3" fmla="*/ 5029200 h 5029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460672" h="5029200">
                <a:moveTo>
                  <a:pt x="0" y="0"/>
                </a:moveTo>
                <a:lnTo>
                  <a:pt x="6460672" y="0"/>
                </a:lnTo>
                <a:lnTo>
                  <a:pt x="6460672" y="5029200"/>
                </a:lnTo>
                <a:lnTo>
                  <a:pt x="0" y="5029200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vert="horz" wrap="square" lIns="91440" tIns="45720" rIns="91440" bIns="45720" rtlCol="0">
            <a:noAutofit/>
          </a:bodyPr>
          <a:lstStyle>
            <a:lvl1pPr>
              <a:defRPr lang="en-US" dirty="0"/>
            </a:lvl1pPr>
          </a:lstStyle>
          <a:p>
            <a:pPr marL="0" lvl="0" indent="0">
              <a:buNone/>
            </a:pPr>
            <a:r>
              <a:rPr lang="en-US" dirty="0"/>
              <a:t> 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690003" y="2286008"/>
            <a:ext cx="4875245" cy="4000492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FB0BF8A-7D94-1C82-F661-F1B7A93A43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1206128"/>
            <a:ext cx="803986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988C72B-1D4E-3882-C750-7F965F6E7BC7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6690002" y="6438900"/>
            <a:ext cx="2958380" cy="419100"/>
          </a:xfrm>
        </p:spPr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14FA71-0863-B2C8-8E42-C0A1F133DC69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7DA2CEDE-2AB4-4FB8-9551-E0AA4222B1A3}" type="datetime1">
              <a:rPr lang="en-US" smtClean="0"/>
              <a:pPr/>
              <a:t>10/5/2026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D6C2E8-E8FC-5DC8-863C-CF7823CD4AED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5E0677F5-4A8A-4BF1-96BE-3BAE8FBAFE2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58717449"/>
      </p:ext>
    </p:extLst>
  </p:cSld>
  <p:clrMapOvr>
    <a:masterClrMapping/>
  </p:clrMapOvr>
  <p:hf sldNum="0" hdr="0" ft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B243CE06-05E5-2B64-1E1C-8F81B788D0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0657" y="1122201"/>
            <a:ext cx="3695896" cy="1505157"/>
          </a:xfrm>
        </p:spPr>
        <p:txBody>
          <a:bodyPr anchor="t">
            <a:noAutofit/>
          </a:bodyPr>
          <a:lstStyle>
            <a:lvl1pPr>
              <a:defRPr sz="359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Picture Placeholder 10">
            <a:extLst>
              <a:ext uri="{FF2B5EF4-FFF2-40B4-BE49-F238E27FC236}">
                <a16:creationId xmlns:a16="http://schemas.microsoft.com/office/drawing/2014/main" id="{9ADE1102-BF4C-FC7C-22F6-B8453DE3B195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1180793" y="2840182"/>
            <a:ext cx="3605760" cy="3446317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 </a:t>
            </a:r>
          </a:p>
        </p:txBody>
      </p:sp>
      <p:sp>
        <p:nvSpPr>
          <p:cNvPr id="10" name="Content Placeholder 7">
            <a:extLst>
              <a:ext uri="{FF2B5EF4-FFF2-40B4-BE49-F238E27FC236}">
                <a16:creationId xmlns:a16="http://schemas.microsoft.com/office/drawing/2014/main" id="{6C8ACD7F-7B34-5741-6323-6829CFDA10C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112342" y="1122201"/>
            <a:ext cx="6600572" cy="5164298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2CEDE-2AB4-4FB8-9551-E0AA4222B1A3}" type="datetime1">
              <a:rPr lang="en-US" smtClean="0"/>
              <a:pPr/>
              <a:t>10/5/2026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0677F5-4A8A-4BF1-96BE-3BAE8FBAFE2E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B1322A97-1C32-A52E-951B-60B114B307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1206128"/>
            <a:ext cx="803986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95760593"/>
      </p:ext>
    </p:extLst>
  </p:cSld>
  <p:clrMapOvr>
    <a:masterClrMapping/>
  </p:clrMapOvr>
  <p:hf sldNum="0" hdr="0" ftr="0" dt="0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umber Larg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99AD5248-C0E5-8356-EB8F-904EDDA5FC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46094" y="4757193"/>
            <a:ext cx="6476209" cy="1126554"/>
          </a:xfrm>
        </p:spPr>
        <p:txBody>
          <a:bodyPr anchor="b">
            <a:normAutofit/>
          </a:bodyPr>
          <a:lstStyle>
            <a:lvl1pPr algn="r">
              <a:defRPr sz="1999" b="0" cap="none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A5F5F1C4-3BA4-0163-6A5F-9D95D58C7EA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82275" y="64008"/>
            <a:ext cx="12024276" cy="4600592"/>
          </a:xfrm>
        </p:spPr>
        <p:txBody>
          <a:bodyPr>
            <a:noAutofit/>
          </a:bodyPr>
          <a:lstStyle>
            <a:lvl1pPr>
              <a:lnSpc>
                <a:spcPct val="85000"/>
              </a:lnSpc>
              <a:defRPr sz="30991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7DA2CEDE-2AB4-4FB8-9551-E0AA4222B1A3}" type="datetime1">
              <a:rPr lang="en-US" smtClean="0"/>
              <a:pPr/>
              <a:t>10/5/2026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5E0677F5-4A8A-4BF1-96BE-3BAE8FBAFE2E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EA84DB20-94E7-1E79-B65B-67C6158DB1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11384840" y="5715000"/>
            <a:ext cx="803986" cy="0"/>
          </a:xfrm>
          <a:prstGeom prst="line">
            <a:avLst/>
          </a:prstGeom>
          <a:ln w="1206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06450997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488" y="-1286261"/>
            <a:ext cx="10649986" cy="113385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087853" y="1039095"/>
            <a:ext cx="9415867" cy="5070068"/>
          </a:xfrm>
        </p:spPr>
        <p:txBody>
          <a:bodyPr anchor="t">
            <a:noAutofit/>
          </a:bodyPr>
          <a:lstStyle>
            <a:lvl1pPr marL="0" indent="0">
              <a:lnSpc>
                <a:spcPct val="90000"/>
              </a:lnSpc>
              <a:buNone/>
              <a:defRPr sz="5998" b="1"/>
            </a:lvl1pPr>
            <a:lvl2pPr marL="228531" indent="0">
              <a:lnSpc>
                <a:spcPct val="90000"/>
              </a:lnSpc>
              <a:buNone/>
              <a:defRPr sz="5998" b="1"/>
            </a:lvl2pPr>
            <a:lvl3pPr marL="457063" indent="0">
              <a:lnSpc>
                <a:spcPct val="90000"/>
              </a:lnSpc>
              <a:buNone/>
              <a:defRPr sz="5998" b="1"/>
            </a:lvl3pPr>
            <a:lvl4pPr marL="685594" indent="0">
              <a:lnSpc>
                <a:spcPct val="90000"/>
              </a:lnSpc>
              <a:buNone/>
              <a:defRPr sz="5998" b="1"/>
            </a:lvl4pPr>
            <a:lvl5pPr marL="914126" indent="0">
              <a:lnSpc>
                <a:spcPct val="90000"/>
              </a:lnSpc>
              <a:buNone/>
              <a:defRPr sz="5998" b="1"/>
            </a:lvl5pPr>
          </a:lstStyle>
          <a:p>
            <a:pPr lvl="0"/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2CEDE-2AB4-4FB8-9551-E0AA4222B1A3}" type="datetime1">
              <a:rPr lang="en-US" smtClean="0"/>
              <a:pPr/>
              <a:t>10/5/2026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0677F5-4A8A-4BF1-96BE-3BAE8FBAFE2E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77F2505C-CAED-34DC-7CD1-C57ADBBF98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1206128"/>
            <a:ext cx="803986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28414694"/>
      </p:ext>
    </p:extLst>
  </p:cSld>
  <p:clrMapOvr>
    <a:masterClrMapping/>
  </p:clrMapOvr>
  <p:hf sldNum="0" hdr="0" ftr="0" dt="0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9">
            <a:extLst>
              <a:ext uri="{FF2B5EF4-FFF2-40B4-BE49-F238E27FC236}">
                <a16:creationId xmlns:a16="http://schemas.microsoft.com/office/drawing/2014/main" id="{873E5EF9-EDC5-CB2D-000A-85BB4DB5822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66522" y="5418361"/>
            <a:ext cx="10055781" cy="466345"/>
          </a:xfrm>
        </p:spPr>
        <p:txBody>
          <a:bodyPr anchor="b">
            <a:normAutofit/>
          </a:bodyPr>
          <a:lstStyle>
            <a:lvl1pPr algn="r">
              <a:lnSpc>
                <a:spcPct val="100000"/>
              </a:lnSpc>
              <a:defRPr sz="1999" b="0" cap="none" baseline="0"/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E5D1FFC6-C597-BE81-1790-A08954F44C4B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95225" y="63500"/>
            <a:ext cx="11974569" cy="5080000"/>
          </a:xfrm>
        </p:spPr>
        <p:txBody>
          <a:bodyPr>
            <a:normAutofit/>
          </a:bodyPr>
          <a:lstStyle>
            <a:lvl1pPr>
              <a:lnSpc>
                <a:spcPct val="85000"/>
              </a:lnSpc>
              <a:defRPr sz="7998" b="1" cap="all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03F4C9-1C82-4616-8D26-0B0587291200}" type="datetime1">
              <a:rPr lang="en-US" smtClean="0"/>
              <a:pPr/>
              <a:t>10/5/2026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0677F5-4A8A-4BF1-96BE-3BAE8FBAFE2E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2949BEA-90AC-BE5F-28A7-80D65BD19B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11384840" y="5715292"/>
            <a:ext cx="803986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78415474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6BF7AE-3892-4896-8C15-7A35A41EFD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7853" y="1119132"/>
            <a:ext cx="9887490" cy="1204593"/>
          </a:xfrm>
        </p:spPr>
        <p:txBody>
          <a:bodyPr>
            <a:normAutofit/>
          </a:bodyPr>
          <a:lstStyle>
            <a:lvl1pPr>
              <a:defRPr sz="359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FD9A26-86F1-4817-B243-4DE63B4F182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081904" y="2440568"/>
            <a:ext cx="4840244" cy="3801284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454BF9B-EA16-48C8-96B9-7A66051BE76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0593" y="2440569"/>
            <a:ext cx="4804750" cy="3801283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0629E05-3F6C-40BF-9324-118588B6CA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16E2D9F-1FCE-4A1C-996E-DB05777A89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2CEDE-2AB4-4FB8-9551-E0AA4222B1A3}" type="datetime1">
              <a:rPr lang="en-US" smtClean="0"/>
              <a:pPr/>
              <a:t>10/5/2026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9BE013-C5C0-4CBD-982E-36F037F736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0677F5-4A8A-4BF1-96BE-3BAE8FBAFE2E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B20CA7A-449A-6AC2-BFC5-17AF5007E7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1206128"/>
            <a:ext cx="803986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30013213"/>
      </p:ext>
    </p:extLst>
  </p:cSld>
  <p:clrMapOvr>
    <a:masterClrMapping/>
  </p:clrMapOvr>
  <p:hf sldNum="0" hdr="0" ftr="0" dt="0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BED885-5FE5-4407-BE4D-FAD01C40A9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0656" y="1115329"/>
            <a:ext cx="9946864" cy="838856"/>
          </a:xfrm>
        </p:spPr>
        <p:txBody>
          <a:bodyPr>
            <a:normAutofit/>
          </a:bodyPr>
          <a:lstStyle>
            <a:lvl1pPr>
              <a:defRPr sz="359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E322A77-C134-4857-83E5-51217D3C29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91804" y="1923190"/>
            <a:ext cx="4815221" cy="838856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1799" b="1" cap="all" spc="100" baseline="0"/>
            </a:lvl1pPr>
            <a:lvl2pPr marL="457063" indent="0">
              <a:buNone/>
              <a:defRPr sz="1999" b="1"/>
            </a:lvl2pPr>
            <a:lvl3pPr marL="914126" indent="0">
              <a:buNone/>
              <a:defRPr sz="1799" b="1"/>
            </a:lvl3pPr>
            <a:lvl4pPr marL="1371189" indent="0">
              <a:buNone/>
              <a:defRPr sz="1600" b="1"/>
            </a:lvl4pPr>
            <a:lvl5pPr marL="1828251" indent="0">
              <a:buNone/>
              <a:defRPr sz="1600" b="1"/>
            </a:lvl5pPr>
            <a:lvl6pPr marL="2285314" indent="0">
              <a:buNone/>
              <a:defRPr sz="1600" b="1"/>
            </a:lvl6pPr>
            <a:lvl7pPr marL="2742377" indent="0">
              <a:buNone/>
              <a:defRPr sz="1600" b="1"/>
            </a:lvl7pPr>
            <a:lvl8pPr marL="3199440" indent="0">
              <a:buNone/>
              <a:defRPr sz="1600" b="1"/>
            </a:lvl8pPr>
            <a:lvl9pPr marL="3656503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710AFC6-F407-4F35-BD37-B32F9B4036D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13864" y="1923190"/>
            <a:ext cx="4823657" cy="838856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1799" b="1" cap="all" spc="100" baseline="0"/>
            </a:lvl1pPr>
            <a:lvl2pPr marL="457063" indent="0">
              <a:buNone/>
              <a:defRPr sz="1999" b="1"/>
            </a:lvl2pPr>
            <a:lvl3pPr marL="914126" indent="0">
              <a:buNone/>
              <a:defRPr sz="1799" b="1"/>
            </a:lvl3pPr>
            <a:lvl4pPr marL="1371189" indent="0">
              <a:buNone/>
              <a:defRPr sz="1600" b="1"/>
            </a:lvl4pPr>
            <a:lvl5pPr marL="1828251" indent="0">
              <a:buNone/>
              <a:defRPr sz="1600" b="1"/>
            </a:lvl5pPr>
            <a:lvl6pPr marL="2285314" indent="0">
              <a:buNone/>
              <a:defRPr sz="1600" b="1"/>
            </a:lvl6pPr>
            <a:lvl7pPr marL="2742377" indent="0">
              <a:buNone/>
              <a:defRPr sz="1600" b="1"/>
            </a:lvl7pPr>
            <a:lvl8pPr marL="3199440" indent="0">
              <a:buNone/>
              <a:defRPr sz="1600" b="1"/>
            </a:lvl8pPr>
            <a:lvl9pPr marL="3656503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A4ECBFE-C62C-471B-BFE4-1272EAC3479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091804" y="2825792"/>
            <a:ext cx="4815221" cy="3363871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58D60D5-0F83-46CB-92F3-849FC08E6E9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213864" y="2825792"/>
            <a:ext cx="4823657" cy="3363871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340A80D-4CCB-4899-9E1D-A5967F4E64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A5AE694-5CA0-48DA-90D3-EC42BD1D86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2CEDE-2AB4-4FB8-9551-E0AA4222B1A3}" type="datetime1">
              <a:rPr lang="en-US" smtClean="0"/>
              <a:pPr/>
              <a:t>10/5/2026</a:t>
            </a:fld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F753A9D-469A-4ED9-99A1-7E4B115F89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0677F5-4A8A-4BF1-96BE-3BAE8FBAFE2E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DA35A86-E7F6-6593-119D-A6DC85581F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1206128"/>
            <a:ext cx="803986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95797838"/>
      </p:ext>
    </p:extLst>
  </p:cSld>
  <p:clrMapOvr>
    <a:masterClrMapping/>
  </p:clrMapOvr>
  <p:hf sldNum="0" hdr="0" ftr="0" dt="0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87C91E-0A11-4E5D-9B8D-5316E73A2D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7853" y="1104100"/>
            <a:ext cx="9920180" cy="1294228"/>
          </a:xfrm>
        </p:spPr>
        <p:txBody>
          <a:bodyPr>
            <a:normAutofit/>
          </a:bodyPr>
          <a:lstStyle>
            <a:lvl1pPr>
              <a:defRPr sz="3599" cap="none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7E36922-9A4C-453D-9B70-0C3A70281C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1B8A8D1-71AD-4F9F-B393-9EED83FEF0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C42483-B3E3-4399-B6B2-4B1D067F8CE5}" type="datetime1">
              <a:rPr lang="en-US" smtClean="0"/>
              <a:t>10/5/2026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F5AAEF2-65DC-4E28-9AA4-5115ACB074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0677F5-4A8A-4BF1-96BE-3BAE8FBAFE2E}" type="slidenum">
              <a:rPr lang="en-US" smtClean="0"/>
              <a:t>‹#›</a:t>
            </a:fld>
            <a:endParaRPr lang="en-US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28CF7AFD-0570-B046-A2C2-3EFA873546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1206128"/>
            <a:ext cx="803986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93867324"/>
      </p:ext>
    </p:extLst>
  </p:cSld>
  <p:clrMapOvr>
    <a:masterClrMapping/>
  </p:clrMapOvr>
  <p:hf sldNum="0" hdr="0" ftr="0" dt="0"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459378-C430-49DB-B2D6-E32FBBCD4A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FF5A02-0FC4-41C8-A13C-4C929B2884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36574F-2CAD-411B-9EF3-12D0DF2C09EB}" type="datetime1">
              <a:rPr lang="en-US" smtClean="0"/>
              <a:t>10/5/2026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B9D57D-CB8E-4E67-AE2D-2790E2AA60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0677F5-4A8A-4BF1-96BE-3BAE8FBAFE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3627747"/>
      </p:ext>
    </p:extLst>
  </p:cSld>
  <p:clrMapOvr>
    <a:masterClrMapping/>
  </p:clrMapOvr>
  <p:hf sldNum="0" hdr="0" ftr="0" dt="0"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7853" y="1088136"/>
            <a:ext cx="10625060" cy="2084551"/>
          </a:xfrm>
        </p:spPr>
        <p:txBody>
          <a:bodyPr anchor="t" anchorCtr="0">
            <a:noAutofit/>
          </a:bodyPr>
          <a:lstStyle>
            <a:lvl1pPr>
              <a:defRPr sz="5998" cap="all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7">
            <a:extLst>
              <a:ext uri="{FF2B5EF4-FFF2-40B4-BE49-F238E27FC236}">
                <a16:creationId xmlns:a16="http://schemas.microsoft.com/office/drawing/2014/main" id="{419A5DD2-B3B3-D9BF-1A71-B20742D142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087851" y="3276600"/>
            <a:ext cx="10625061" cy="3162300"/>
          </a:xfrm>
        </p:spPr>
        <p:txBody>
          <a:bodyPr/>
          <a:lstStyle>
            <a:lvl1pPr marL="0" indent="0">
              <a:lnSpc>
                <a:spcPct val="100000"/>
              </a:lnSpc>
              <a:buNone/>
              <a:defRPr>
                <a:solidFill>
                  <a:schemeClr val="tx1"/>
                </a:solidFill>
              </a:defRPr>
            </a:lvl1pPr>
            <a:lvl2pPr marL="228531" indent="0">
              <a:lnSpc>
                <a:spcPct val="100000"/>
              </a:lnSpc>
              <a:buNone/>
              <a:defRPr>
                <a:solidFill>
                  <a:schemeClr val="tx1"/>
                </a:solidFill>
              </a:defRPr>
            </a:lvl2pPr>
            <a:lvl3pPr marL="457063" indent="0">
              <a:lnSpc>
                <a:spcPct val="100000"/>
              </a:lnSpc>
              <a:buNone/>
              <a:defRPr>
                <a:solidFill>
                  <a:schemeClr val="tx1"/>
                </a:solidFill>
              </a:defRPr>
            </a:lvl3pPr>
            <a:lvl4pPr marL="685594" indent="0">
              <a:lnSpc>
                <a:spcPct val="100000"/>
              </a:lnSpc>
              <a:buNone/>
              <a:defRPr>
                <a:solidFill>
                  <a:schemeClr val="tx1"/>
                </a:solidFill>
              </a:defRPr>
            </a:lvl4pPr>
            <a:lvl5pPr marL="914126" indent="0">
              <a:lnSpc>
                <a:spcPct val="100000"/>
              </a:lnSpc>
              <a:buNone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1B1491A9-BF26-4517-AB22-6183D453A902}" type="datetime1">
              <a:rPr lang="en-US" smtClean="0"/>
              <a:t>10/5/2026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E0677F5-4A8A-4BF1-96BE-3BAE8FBAFE2E}" type="slidenum">
              <a:rPr lang="en-US" smtClean="0"/>
              <a:t>‹#›</a:t>
            </a:fld>
            <a:endParaRPr lang="en-US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6DCA1022-3377-EB7D-8261-EDD841636B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1206128"/>
            <a:ext cx="803986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3446355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sldNum="0" hdr="0" ftr="0" dt="0"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7853" y="1088136"/>
            <a:ext cx="8428571" cy="1842020"/>
          </a:xfrm>
        </p:spPr>
        <p:txBody>
          <a:bodyPr anchor="t" anchorCtr="0">
            <a:noAutofit/>
          </a:bodyPr>
          <a:lstStyle>
            <a:lvl1pPr>
              <a:defRPr sz="5998" cap="all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6">
            <a:extLst>
              <a:ext uri="{FF2B5EF4-FFF2-40B4-BE49-F238E27FC236}">
                <a16:creationId xmlns:a16="http://schemas.microsoft.com/office/drawing/2014/main" id="{C06F55DC-E754-4B2B-C0AE-962C82565D0D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076933" y="4246692"/>
            <a:ext cx="8428444" cy="1608008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buNone/>
              <a:defRPr sz="1999">
                <a:solidFill>
                  <a:schemeClr val="tx1"/>
                </a:solidFill>
              </a:defRPr>
            </a:lvl1pPr>
            <a:lvl2pPr marL="228531" indent="0">
              <a:lnSpc>
                <a:spcPct val="100000"/>
              </a:lnSpc>
              <a:buNone/>
              <a:defRPr sz="1999">
                <a:solidFill>
                  <a:schemeClr val="tx1"/>
                </a:solidFill>
              </a:defRPr>
            </a:lvl2pPr>
            <a:lvl3pPr marL="457063" indent="0">
              <a:lnSpc>
                <a:spcPct val="100000"/>
              </a:lnSpc>
              <a:buNone/>
              <a:defRPr sz="1999">
                <a:solidFill>
                  <a:schemeClr val="tx1"/>
                </a:solidFill>
              </a:defRPr>
            </a:lvl3pPr>
            <a:lvl4pPr marL="685594" indent="0">
              <a:lnSpc>
                <a:spcPct val="100000"/>
              </a:lnSpc>
              <a:buNone/>
              <a:defRPr sz="1999">
                <a:solidFill>
                  <a:schemeClr val="tx1"/>
                </a:solidFill>
              </a:defRPr>
            </a:lvl4pPr>
            <a:lvl5pPr marL="914126" indent="0">
              <a:lnSpc>
                <a:spcPct val="100000"/>
              </a:lnSpc>
              <a:buNone/>
              <a:defRPr sz="1999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7DA2CEDE-2AB4-4FB8-9551-E0AA4222B1A3}" type="datetime1">
              <a:rPr lang="en-US" smtClean="0"/>
              <a:pPr/>
              <a:t>10/5/2026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E0677F5-4A8A-4BF1-96BE-3BAE8FBAFE2E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FC829929-F774-AF4E-F1BE-2DA3C43D0D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1206128"/>
            <a:ext cx="803986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4509920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sldNum="0" hdr="0" ftr="0" dt="0"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170531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E4438DC-3CEE-4170-9B1C-BAC05CD8C3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7853" y="1090245"/>
            <a:ext cx="9920180" cy="93598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7C19D24-DCBE-47F9-8B85-8A118B02B3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87853" y="2119746"/>
            <a:ext cx="9920180" cy="416675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1D5844-8163-4D82-BEFC-BC2D8D511B7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87853" y="6438900"/>
            <a:ext cx="8560530" cy="4191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rtl="0">
              <a:defRPr sz="900"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4F5788-BDCE-49E2-80AE-31C739C6A0C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648383" y="6438900"/>
            <a:ext cx="864479" cy="4191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rtl="0">
              <a:defRPr sz="900">
                <a:solidFill>
                  <a:schemeClr val="tx1"/>
                </a:solidFill>
              </a:defRPr>
            </a:lvl1pPr>
          </a:lstStyle>
          <a:p>
            <a:fld id="{7DA2CEDE-2AB4-4FB8-9551-E0AA4222B1A3}" type="datetime1">
              <a:rPr lang="en-US" smtClean="0"/>
              <a:pPr/>
              <a:t>10/5/2026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698A50-C435-4220-82C6-C8D62A7C9EB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521024" y="6438900"/>
            <a:ext cx="601279" cy="4191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rtl="0">
              <a:defRPr sz="900">
                <a:solidFill>
                  <a:schemeClr val="tx1"/>
                </a:solidFill>
              </a:defRPr>
            </a:lvl1pPr>
          </a:lstStyle>
          <a:p>
            <a:fld id="{5E0677F5-4A8A-4BF1-96BE-3BAE8FBAFE2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906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8" r:id="rId1"/>
    <p:sldLayoutId id="2147483739" r:id="rId2"/>
    <p:sldLayoutId id="2147483740" r:id="rId3"/>
    <p:sldLayoutId id="2147483741" r:id="rId4"/>
    <p:sldLayoutId id="2147483742" r:id="rId5"/>
    <p:sldLayoutId id="2147483743" r:id="rId6"/>
    <p:sldLayoutId id="2147483744" r:id="rId7"/>
    <p:sldLayoutId id="2147483745" r:id="rId8"/>
    <p:sldLayoutId id="2147483746" r:id="rId9"/>
    <p:sldLayoutId id="2147483747" r:id="rId10"/>
    <p:sldLayoutId id="2147483748" r:id="rId11"/>
    <p:sldLayoutId id="2147483749" r:id="rId12"/>
    <p:sldLayoutId id="2147483750" r:id="rId13"/>
    <p:sldLayoutId id="2147483751" r:id="rId14"/>
    <p:sldLayoutId id="2147483752" r:id="rId15"/>
    <p:sldLayoutId id="2147483753" r:id="rId16"/>
    <p:sldLayoutId id="2147483754" r:id="rId17"/>
    <p:sldLayoutId id="2147483755" r:id="rId18"/>
    <p:sldLayoutId id="2147483756" r:id="rId19"/>
    <p:sldLayoutId id="2147483757" r:id="rId20"/>
    <p:sldLayoutId id="2147483758" r:id="rId21"/>
    <p:sldLayoutId id="2147483759" r:id="rId22"/>
    <p:sldLayoutId id="2147483760" r:id="rId23"/>
    <p:sldLayoutId id="2147483761" r:id="rId24"/>
    <p:sldLayoutId id="2147483762" r:id="rId25"/>
    <p:sldLayoutId id="2147483763" r:id="rId26"/>
    <p:sldLayoutId id="2147483764" r:id="rId27"/>
    <p:sldLayoutId id="2147483765" r:id="rId28"/>
  </p:sldLayoutIdLst>
  <p:hf sldNum="0" hdr="0" ftr="0" dt="0"/>
  <p:txStyles>
    <p:titleStyle>
      <a:lvl1pPr algn="l" defTabSz="914126" rtl="0" eaLnBrk="1" latinLnBrk="0" hangingPunct="1">
        <a:lnSpc>
          <a:spcPct val="85000"/>
        </a:lnSpc>
        <a:spcBef>
          <a:spcPct val="0"/>
        </a:spcBef>
        <a:buNone/>
        <a:defRPr sz="3599" b="1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126" rtl="0" eaLnBrk="1" latinLnBrk="0" hangingPunct="1">
        <a:lnSpc>
          <a:spcPct val="130000"/>
        </a:lnSpc>
        <a:spcBef>
          <a:spcPts val="0"/>
        </a:spcBef>
        <a:buFont typeface="Neue Haas Grotesk Text Pro" panose="020B0504020202020204" pitchFamily="34" charset="0"/>
        <a:buNone/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502769" indent="-228531" algn="l" defTabSz="914126" rtl="0" eaLnBrk="1" latinLnBrk="0" hangingPunct="1">
        <a:lnSpc>
          <a:spcPct val="130000"/>
        </a:lnSpc>
        <a:spcBef>
          <a:spcPts val="0"/>
        </a:spcBef>
        <a:buFont typeface="Neue Haas Grotesk Text Pro" panose="020B0504020202020204" pitchFamily="34" charset="0"/>
        <a:buChar char="-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731301" indent="-228531" algn="l" defTabSz="914126" rtl="0" eaLnBrk="1" latinLnBrk="0" hangingPunct="1">
        <a:lnSpc>
          <a:spcPct val="130000"/>
        </a:lnSpc>
        <a:spcBef>
          <a:spcPts val="0"/>
        </a:spcBef>
        <a:buFont typeface="Neue Haas Grotesk Text Pro" panose="020B0504020202020204" pitchFamily="34" charset="0"/>
        <a:buChar char="-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538" indent="-228531" algn="l" defTabSz="914126" rtl="0" eaLnBrk="1" latinLnBrk="0" hangingPunct="1">
        <a:lnSpc>
          <a:spcPct val="130000"/>
        </a:lnSpc>
        <a:spcBef>
          <a:spcPts val="0"/>
        </a:spcBef>
        <a:buFont typeface="Neue Haas Grotesk Text Pro" panose="020B0504020202020204" pitchFamily="34" charset="0"/>
        <a:buChar char="-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279776" indent="-228531" algn="l" defTabSz="914126" rtl="0" eaLnBrk="1" latinLnBrk="0" hangingPunct="1">
        <a:lnSpc>
          <a:spcPct val="130000"/>
        </a:lnSpc>
        <a:spcBef>
          <a:spcPts val="0"/>
        </a:spcBef>
        <a:buFont typeface="Neue Haas Grotesk Text Pro" panose="020B0504020202020204" pitchFamily="34" charset="0"/>
        <a:buChar char="-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3846" indent="-228531" algn="l" defTabSz="91412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6pPr>
      <a:lvl7pPr marL="2970908" indent="-228531" algn="l" defTabSz="91412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7pPr>
      <a:lvl8pPr marL="3427971" indent="-228531" algn="l" defTabSz="91412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8pPr>
      <a:lvl9pPr marL="3885034" indent="-228531" algn="l" defTabSz="91412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1pPr>
      <a:lvl2pPr marL="457063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2pPr>
      <a:lvl3pPr marL="914126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3pPr>
      <a:lvl4pPr marL="1371189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4pPr>
      <a:lvl5pPr marL="1828251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5pPr>
      <a:lvl6pPr marL="2285314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6pPr>
      <a:lvl7pPr marL="2742377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7pPr>
      <a:lvl8pPr marL="3199440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8pPr>
      <a:lvl9pPr marL="3656503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5" pos="744">
          <p15:clr>
            <a:srgbClr val="F26B43"/>
          </p15:clr>
        </p15:guide>
        <p15:guide id="6">
          <p15:clr>
            <a:srgbClr val="F26B43"/>
          </p15:clr>
        </p15:guide>
        <p15:guide id="8" pos="6936">
          <p15:clr>
            <a:srgbClr val="F26B43"/>
          </p15:clr>
        </p15:guide>
        <p15:guide id="10" orient="horz" pos="720">
          <p15:clr>
            <a:srgbClr val="F26B43"/>
          </p15:clr>
        </p15:guide>
        <p15:guide id="14" pos="6624">
          <p15:clr>
            <a:srgbClr val="F26B43"/>
          </p15:clr>
        </p15:guide>
        <p15:guide id="22" orient="horz" pos="360">
          <p15:clr>
            <a:srgbClr val="F26B43"/>
          </p15:clr>
        </p15:guide>
        <p15:guide id="23" orient="horz" pos="3960">
          <p15:clr>
            <a:srgbClr val="F26B43"/>
          </p15:clr>
        </p15:guide>
        <p15:guide id="24" orient="horz" pos="2160">
          <p15:clr>
            <a:srgbClr val="F26B43"/>
          </p15:clr>
        </p15:guide>
        <p15:guide id="25" pos="7680">
          <p15:clr>
            <a:srgbClr val="F26B43"/>
          </p15:clr>
        </p15:guide>
        <p15:guide id="26" pos="3840">
          <p15:clr>
            <a:srgbClr val="F26B43"/>
          </p15:clr>
        </p15:guide>
        <p15:guide id="27" pos="6168">
          <p15:clr>
            <a:srgbClr val="F26B43"/>
          </p15:clr>
        </p15:guide>
        <p15:guide id="28" pos="672">
          <p15:clr>
            <a:srgbClr val="F26B43"/>
          </p15:clr>
        </p15:guide>
        <p15:guide id="29" pos="7008">
          <p15:clr>
            <a:srgbClr val="F26B43"/>
          </p15:clr>
        </p15:guide>
        <p15:guide id="30" orient="horz" pos="4056">
          <p15:clr>
            <a:srgbClr val="F26B43"/>
          </p15:clr>
        </p15:guide>
        <p15:guide id="31" orient="horz" pos="3648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8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8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8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8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8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206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743200"/>
            <a:ext cx="12188952" cy="54864"/>
          </a:xfrm>
          <a:prstGeom prst="rect">
            <a:avLst/>
          </a:prstGeom>
          <a:solidFill>
            <a:srgbClr val="00B05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 txBox="1"/>
          <p:nvPr/>
        </p:nvSpPr>
        <p:spPr>
          <a:xfrm>
            <a:off x="731520" y="1554480"/>
            <a:ext cx="10698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Breast Cancer Screening Inequalities in England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2926080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CFE0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health-equity analysis, with a local focus on Hampshire &amp; Isle of Wight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5662276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Marina Volkaert</a:t>
            </a:r>
            <a:r>
              <a:rPr lang="en-US" sz="1400" dirty="0">
                <a:solidFill>
                  <a:srgbClr val="CFE0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594360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FC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OHID Fingertips (indicator 94063) · Health Equity Evidence Centre practice-level IMD · NHS ODS · NHS BSP-S02 standard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00206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 txBox="1"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Breast Screening Inequalities  ·  Marina Volkaert  ·  Data: OHID Fingertips 2024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5720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business question</a:t>
            </a:r>
            <a:endParaRPr lang="en-US" sz="2600" dirty="0">
              <a:solidFill>
                <a:srgbClr val="002060"/>
              </a:solidFill>
            </a:endParaRPr>
          </a:p>
        </p:txBody>
      </p:sp>
      <p:sp>
        <p:nvSpPr>
          <p:cNvPr id="5" name="Shape 3"/>
          <p:cNvSpPr/>
          <p:nvPr/>
        </p:nvSpPr>
        <p:spPr>
          <a:xfrm>
            <a:off x="457200" y="1207008"/>
            <a:ext cx="1280160" cy="54864"/>
          </a:xfrm>
          <a:prstGeom prst="rect">
            <a:avLst/>
          </a:prstGeom>
          <a:solidFill>
            <a:srgbClr val="00B05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6" name="Text 4"/>
          <p:cNvSpPr txBox="1"/>
          <p:nvPr/>
        </p:nvSpPr>
        <p:spPr>
          <a:xfrm>
            <a:off x="548640" y="1554480"/>
            <a:ext cx="667512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1400"/>
              </a:spcAft>
              <a:buNone/>
            </a:pPr>
            <a:r>
              <a:rPr lang="en-US" sz="16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Breast screening saves lives by catching cancer early, but is it reaching everyone equally?</a:t>
            </a:r>
            <a:endParaRPr lang="en-US" sz="1600" dirty="0"/>
          </a:p>
          <a:p>
            <a:pPr marL="0" indent="0">
              <a:spcAft>
                <a:spcPts val="1400"/>
              </a:spcAft>
              <a:buNone/>
            </a:pPr>
            <a:r>
              <a:rPr lang="en-US" sz="16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Women in more deprived areas are known to attend less. If true, the people who could gain most are gaining least.</a:t>
            </a:r>
            <a:endParaRPr lang="en-US" sz="160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project asks, using open national data: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40080" y="3931920"/>
            <a:ext cx="365760" cy="365760"/>
          </a:xfrm>
          <a:prstGeom prst="ellipse">
            <a:avLst/>
          </a:prstGeom>
          <a:solidFill>
            <a:srgbClr val="2A9D8F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8" name="Text 6"/>
          <p:cNvSpPr txBox="1"/>
          <p:nvPr/>
        </p:nvSpPr>
        <p:spPr>
          <a:xfrm>
            <a:off x="640080" y="3931920"/>
            <a:ext cx="365760" cy="365760"/>
          </a:xfrm>
          <a:prstGeom prst="rect">
            <a:avLst/>
          </a:prstGeom>
          <a:solidFill>
            <a:srgbClr val="00B050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188720" y="3904488"/>
            <a:ext cx="10332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screening coverage fall as deprivation rises, and is any gap real, not chance?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40080" y="4590288"/>
            <a:ext cx="365760" cy="365760"/>
          </a:xfrm>
          <a:prstGeom prst="ellipse">
            <a:avLst/>
          </a:prstGeom>
          <a:solidFill>
            <a:srgbClr val="2A9D8F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1" name="Text 9"/>
          <p:cNvSpPr txBox="1"/>
          <p:nvPr/>
        </p:nvSpPr>
        <p:spPr>
          <a:xfrm>
            <a:off x="640080" y="4590288"/>
            <a:ext cx="365760" cy="365760"/>
          </a:xfrm>
          <a:prstGeom prst="rect">
            <a:avLst/>
          </a:prstGeom>
          <a:solidFill>
            <a:srgbClr val="00B050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188720" y="4562856"/>
            <a:ext cx="10332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the same pattern hold locally, within Hampshire &amp; Isle of Wight?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40080" y="5248656"/>
            <a:ext cx="365760" cy="365760"/>
          </a:xfrm>
          <a:prstGeom prst="ellipse">
            <a:avLst/>
          </a:prstGeom>
          <a:solidFill>
            <a:srgbClr val="2A9D8F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4" name="Text 12"/>
          <p:cNvSpPr txBox="1"/>
          <p:nvPr/>
        </p:nvSpPr>
        <p:spPr>
          <a:xfrm>
            <a:off x="640080" y="5248656"/>
            <a:ext cx="365760" cy="365760"/>
          </a:xfrm>
          <a:prstGeom prst="rect">
            <a:avLst/>
          </a:prstGeom>
          <a:solidFill>
            <a:srgbClr val="00B050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1188720" y="5221224"/>
            <a:ext cx="10332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specific practices should a local team target first?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7680960" y="1554480"/>
            <a:ext cx="3931920" cy="2011680"/>
          </a:xfrm>
          <a:prstGeom prst="rect">
            <a:avLst/>
          </a:prstGeom>
          <a:solidFill>
            <a:srgbClr val="F2F6FB"/>
          </a:solidFill>
          <a:ln w="22225" cmpd="dbl">
            <a:solidFill>
              <a:srgbClr val="002060"/>
            </a:solidFill>
            <a:prstDash val="sysDash"/>
          </a:ln>
        </p:spPr>
        <p:txBody>
          <a:bodyPr/>
          <a:lstStyle/>
          <a:p>
            <a:endParaRPr lang="en-GB"/>
          </a:p>
        </p:txBody>
      </p:sp>
      <p:sp>
        <p:nvSpPr>
          <p:cNvPr id="17" name="Text 15"/>
          <p:cNvSpPr txBox="1"/>
          <p:nvPr/>
        </p:nvSpPr>
        <p:spPr>
          <a:xfrm>
            <a:off x="7955280" y="1737360"/>
            <a:ext cx="338328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 to me</a:t>
            </a:r>
            <a:endParaRPr lang="en-US" sz="1400" dirty="0">
              <a:solidFill>
                <a:srgbClr val="002060"/>
              </a:solidFill>
            </a:endParaRPr>
          </a:p>
          <a:p>
            <a:pPr marL="0" indent="0">
              <a:buNone/>
            </a:pP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project matters to me because I lost someone very close to an aggressive breast cancer. It is why I want to use data to help improve community wellbeing and reduce health inequalities.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00206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 txBox="1"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Breast Screening Inequalities  ·  Marina Volkaert  ·  Data: OHID Fingertips 2024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57200"/>
            <a:ext cx="11247120" cy="731520"/>
          </a:xfrm>
          <a:prstGeom prst="rect">
            <a:avLst/>
          </a:prstGeom>
          <a:solidFill>
            <a:schemeClr val="bg1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&amp; method</a:t>
            </a:r>
            <a:endParaRPr lang="en-US" sz="2600" dirty="0">
              <a:solidFill>
                <a:srgbClr val="002060"/>
              </a:solidFill>
            </a:endParaRPr>
          </a:p>
        </p:txBody>
      </p:sp>
      <p:sp>
        <p:nvSpPr>
          <p:cNvPr id="5" name="Shape 3"/>
          <p:cNvSpPr/>
          <p:nvPr/>
        </p:nvSpPr>
        <p:spPr>
          <a:xfrm>
            <a:off x="457200" y="1207008"/>
            <a:ext cx="1280160" cy="54864"/>
          </a:xfrm>
          <a:prstGeom prst="rect">
            <a:avLst/>
          </a:prstGeom>
          <a:solidFill>
            <a:srgbClr val="00B05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6" name="Shape 4"/>
          <p:cNvSpPr/>
          <p:nvPr/>
        </p:nvSpPr>
        <p:spPr>
          <a:xfrm>
            <a:off x="548640" y="1645920"/>
            <a:ext cx="2697480" cy="3108960"/>
          </a:xfrm>
          <a:prstGeom prst="roundRect">
            <a:avLst>
              <a:gd name="adj" fmla="val 2712"/>
            </a:avLst>
          </a:prstGeom>
          <a:solidFill>
            <a:srgbClr val="F2F6FB"/>
          </a:solidFill>
          <a:ln w="12700">
            <a:solidFill>
              <a:srgbClr val="00206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" name="Text 5"/>
          <p:cNvSpPr txBox="1"/>
          <p:nvPr/>
        </p:nvSpPr>
        <p:spPr>
          <a:xfrm>
            <a:off x="731520" y="1828800"/>
            <a:ext cx="23317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1 - Source &amp; clean</a:t>
            </a:r>
            <a:endParaRPr lang="en-US" sz="1400" dirty="0">
              <a:solidFill>
                <a:srgbClr val="002060"/>
              </a:solidFill>
            </a:endParaRPr>
          </a:p>
        </p:txBody>
      </p:sp>
      <p:sp>
        <p:nvSpPr>
          <p:cNvPr id="8" name="Text 6"/>
          <p:cNvSpPr txBox="1"/>
          <p:nvPr/>
        </p:nvSpPr>
        <p:spPr>
          <a:xfrm>
            <a:off x="731520" y="2514600"/>
            <a:ext cx="233172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OHID Fingertips breast screening coverage (indicator 94063), women 53–70, 2024. Filtered to ~6,170 GP practices; one clean year.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337560" y="1645920"/>
            <a:ext cx="2697480" cy="3108960"/>
          </a:xfrm>
          <a:prstGeom prst="roundRect">
            <a:avLst>
              <a:gd name="adj" fmla="val 2712"/>
            </a:avLst>
          </a:prstGeom>
          <a:solidFill>
            <a:srgbClr val="F2F6FB"/>
          </a:solidFill>
          <a:ln w="12700">
            <a:solidFill>
              <a:srgbClr val="00206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" name="Text 8"/>
          <p:cNvSpPr txBox="1"/>
          <p:nvPr/>
        </p:nvSpPr>
        <p:spPr>
          <a:xfrm>
            <a:off x="3520440" y="1828800"/>
            <a:ext cx="23317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2 - Join deprivation</a:t>
            </a:r>
            <a:endParaRPr lang="en-US" sz="1400" dirty="0">
              <a:solidFill>
                <a:srgbClr val="002060"/>
              </a:solidFill>
            </a:endParaRPr>
          </a:p>
        </p:txBody>
      </p:sp>
      <p:sp>
        <p:nvSpPr>
          <p:cNvPr id="11" name="Text 9"/>
          <p:cNvSpPr txBox="1"/>
          <p:nvPr/>
        </p:nvSpPr>
        <p:spPr>
          <a:xfrm>
            <a:off x="3520440" y="2514600"/>
            <a:ext cx="233172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Joined each practice to its deprivation score (HEEC practice-level IMD, 2024) on NHS practice code — an inner join keeping fully-matched practices.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126480" y="1645920"/>
            <a:ext cx="2697480" cy="3108960"/>
          </a:xfrm>
          <a:prstGeom prst="roundRect">
            <a:avLst>
              <a:gd name="adj" fmla="val 2712"/>
            </a:avLst>
          </a:prstGeom>
          <a:solidFill>
            <a:srgbClr val="F2F6FB"/>
          </a:solidFill>
          <a:ln w="12700">
            <a:solidFill>
              <a:srgbClr val="00206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" name="Text 11"/>
          <p:cNvSpPr txBox="1"/>
          <p:nvPr/>
        </p:nvSpPr>
        <p:spPr>
          <a:xfrm>
            <a:off x="6309360" y="1828800"/>
            <a:ext cx="23317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3 - Group &amp; measure</a:t>
            </a:r>
            <a:endParaRPr lang="en-US" sz="1400" dirty="0">
              <a:solidFill>
                <a:srgbClr val="002060"/>
              </a:solidFill>
            </a:endParaRPr>
          </a:p>
        </p:txBody>
      </p:sp>
      <p:sp>
        <p:nvSpPr>
          <p:cNvPr id="14" name="Text 12"/>
          <p:cNvSpPr txBox="1"/>
          <p:nvPr/>
        </p:nvSpPr>
        <p:spPr>
          <a:xfrm>
            <a:off x="6309360" y="2514600"/>
            <a:ext cx="233172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Ranked practices into five deprivation groups; coverage pooled by women (population-weighted), not averaged percentages.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915400" y="1645920"/>
            <a:ext cx="2697480" cy="3108960"/>
          </a:xfrm>
          <a:prstGeom prst="roundRect">
            <a:avLst>
              <a:gd name="adj" fmla="val 2712"/>
            </a:avLst>
          </a:prstGeom>
          <a:solidFill>
            <a:srgbClr val="F2F6FB"/>
          </a:solidFill>
          <a:ln w="12700">
            <a:solidFill>
              <a:srgbClr val="00206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6" name="Text 14"/>
          <p:cNvSpPr txBox="1"/>
          <p:nvPr/>
        </p:nvSpPr>
        <p:spPr>
          <a:xfrm>
            <a:off x="9098280" y="1828800"/>
            <a:ext cx="23317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4 - Test &amp; target</a:t>
            </a:r>
            <a:endParaRPr lang="en-US" sz="1400" dirty="0">
              <a:solidFill>
                <a:srgbClr val="002060"/>
              </a:solidFill>
            </a:endParaRPr>
          </a:p>
        </p:txBody>
      </p:sp>
      <p:sp>
        <p:nvSpPr>
          <p:cNvPr id="17" name="Text 15"/>
          <p:cNvSpPr txBox="1"/>
          <p:nvPr/>
        </p:nvSpPr>
        <p:spPr>
          <a:xfrm>
            <a:off x="9098280" y="2514600"/>
            <a:ext cx="233172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95% confidence intervals to prove the gradient is real; localised to Hampshire &amp; IoW via the NHS ODS practice list; ranked priority practices.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548640" y="50292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Tools: Python: pandas for data cleaning &amp; joining, NumPy for confidence intervals, matplotlib for charts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00206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 txBox="1"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Breast Screening Inequalities  ·  Marina Volkaert  ·  Data: OHID Fingertips 2024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5720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1: a clear national gradient</a:t>
            </a:r>
            <a:endParaRPr lang="en-US" sz="2600" dirty="0">
              <a:solidFill>
                <a:srgbClr val="002060"/>
              </a:solidFill>
            </a:endParaRPr>
          </a:p>
        </p:txBody>
      </p:sp>
      <p:sp>
        <p:nvSpPr>
          <p:cNvPr id="5" name="Shape 3"/>
          <p:cNvSpPr/>
          <p:nvPr/>
        </p:nvSpPr>
        <p:spPr>
          <a:xfrm>
            <a:off x="457200" y="1207008"/>
            <a:ext cx="1280160" cy="54864"/>
          </a:xfrm>
          <a:prstGeom prst="rect">
            <a:avLst/>
          </a:prstGeom>
          <a:solidFill>
            <a:srgbClr val="00B050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6" name="Image 0" descr="deck_assets/nation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554480"/>
            <a:ext cx="6858000" cy="393192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7589520" y="18288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 falls at every step,</a:t>
            </a:r>
            <a:endParaRPr lang="en-US" sz="1500" dirty="0"/>
          </a:p>
          <a:p>
            <a:pPr marL="0" indent="0">
              <a:spcAft>
                <a:spcPts val="1200"/>
              </a:spcAft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77.1% in the least deprived fifth → 64.1% in the most deprived.</a:t>
            </a:r>
            <a:endParaRPr lang="en-US" sz="1500" dirty="0"/>
          </a:p>
          <a:p>
            <a:pPr marL="0" indent="0">
              <a:spcAft>
                <a:spcPts val="1200"/>
              </a:spcAft>
              <a:buNone/>
            </a:pPr>
            <a:r>
              <a:rPr lang="en-US" sz="15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13 percentage-point gap.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95% confidence intervals are ~0.1% wide and never overlap, therefore this gradient is real, not chance.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00206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 txBox="1"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Breast Screening Inequalities  ·  Marina Volkaert  ·  Data: OHID Fingertips 2024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57200"/>
            <a:ext cx="11247120" cy="731520"/>
          </a:xfrm>
          <a:prstGeom prst="rect">
            <a:avLst/>
          </a:prstGeom>
          <a:noFill/>
          <a:ln>
            <a:solidFill>
              <a:srgbClr val="002060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2: it holds locally too</a:t>
            </a:r>
            <a:endParaRPr lang="en-US" sz="2600" dirty="0">
              <a:solidFill>
                <a:srgbClr val="002060"/>
              </a:solidFill>
            </a:endParaRPr>
          </a:p>
        </p:txBody>
      </p:sp>
      <p:sp>
        <p:nvSpPr>
          <p:cNvPr id="5" name="Shape 3"/>
          <p:cNvSpPr/>
          <p:nvPr/>
        </p:nvSpPr>
        <p:spPr>
          <a:xfrm>
            <a:off x="457200" y="1207008"/>
            <a:ext cx="1280160" cy="54864"/>
          </a:xfrm>
          <a:prstGeom prst="rect">
            <a:avLst/>
          </a:prstGeom>
          <a:solidFill>
            <a:srgbClr val="2A9D8F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6" name="Image 0" descr="deck_assets/loc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554480"/>
            <a:ext cx="6858000" cy="393192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7589520" y="1828800"/>
            <a:ext cx="411480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1000"/>
              </a:spcAft>
              <a:buNone/>
            </a:pPr>
            <a:r>
              <a:rPr lang="en-US" sz="15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inequality appears within Hampshire &amp; IoW,</a:t>
            </a:r>
            <a:endParaRPr lang="en-US" sz="1500" dirty="0"/>
          </a:p>
          <a:p>
            <a:pPr marL="0" indent="0">
              <a:spcAft>
                <a:spcPts val="1200"/>
              </a:spcAft>
              <a:buNone/>
            </a:pPr>
            <a:r>
              <a:rPr lang="en-US" sz="15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though narrower (~8 pp), as expected in a more affluent area.</a:t>
            </a:r>
            <a:endParaRPr lang="en-US" sz="15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group average sits above the 70% standard —</a:t>
            </a:r>
            <a:endParaRPr lang="en-US" sz="1500" dirty="0"/>
          </a:p>
          <a:p>
            <a:pPr marL="0" indent="0">
              <a:spcAft>
                <a:spcPts val="1200"/>
              </a:spcAft>
              <a:buNone/>
            </a:pPr>
            <a:r>
              <a:rPr lang="en-US" sz="1500" b="1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yet that average hides 10 individual practices below it.</a:t>
            </a:r>
            <a:endParaRPr lang="en-US" sz="1500" dirty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US" sz="15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Averages reassure; individual practices reveal where to act.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00206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 txBox="1"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Breast Screening Inequalities  ·  Marina Volkaert  ·  Data: OHID Fingertips 2024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5720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to act first</a:t>
            </a:r>
            <a:endParaRPr lang="en-US" sz="2600" dirty="0">
              <a:solidFill>
                <a:srgbClr val="002060"/>
              </a:solidFill>
            </a:endParaRPr>
          </a:p>
        </p:txBody>
      </p:sp>
      <p:sp>
        <p:nvSpPr>
          <p:cNvPr id="5" name="Shape 3"/>
          <p:cNvSpPr/>
          <p:nvPr/>
        </p:nvSpPr>
        <p:spPr>
          <a:xfrm>
            <a:off x="457200" y="1207008"/>
            <a:ext cx="1280160" cy="54864"/>
          </a:xfrm>
          <a:prstGeom prst="rect">
            <a:avLst/>
          </a:prstGeom>
          <a:solidFill>
            <a:srgbClr val="00B050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6" name="Image 0" descr="deck_assets/priorit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554480"/>
            <a:ext cx="7315200" cy="420624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8046720" y="1828800"/>
            <a:ext cx="374904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1000"/>
              </a:spcAft>
              <a:buNone/>
            </a:pPr>
            <a:r>
              <a:rPr lang="en-US" sz="1600" b="1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Ranked by women missed</a:t>
            </a:r>
            <a:endParaRPr lang="en-US" sz="1350" dirty="0">
              <a:solidFill>
                <a:srgbClr val="002060"/>
              </a:solidFill>
            </a:endParaRPr>
          </a:p>
          <a:p>
            <a:pPr marL="0" indent="0">
              <a:spcAft>
                <a:spcPts val="600"/>
              </a:spcAft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large deprived practices dominate:</a:t>
            </a:r>
            <a:endParaRPr lang="en-US" sz="1350" dirty="0"/>
          </a:p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1350" dirty="0" err="1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Portsdown</a:t>
            </a: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(2,035 women) and </a:t>
            </a:r>
          </a:p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Island City (1,140) </a:t>
            </a:r>
          </a:p>
          <a:p>
            <a:pPr>
              <a:spcAft>
                <a:spcPts val="1200"/>
              </a:spcAft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Together, it represents more than 3,000 women unscreened.</a:t>
            </a:r>
            <a:endParaRPr lang="en-US" sz="1350" dirty="0"/>
          </a:p>
          <a:p>
            <a:pPr marL="0" indent="0">
              <a:spcAft>
                <a:spcPts val="1200"/>
              </a:spcAft>
              <a:buNone/>
            </a:pPr>
            <a:r>
              <a:rPr lang="en-US" sz="1350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Solent (58.1%) is the most acute rate: the lowest coverage of any practice.</a:t>
            </a:r>
            <a:endParaRPr lang="en-US" sz="1350" dirty="0">
              <a:solidFill>
                <a:srgbClr val="FF0000"/>
              </a:solidFill>
            </a:endParaRPr>
          </a:p>
          <a:p>
            <a:pPr marL="0" indent="0">
              <a:spcAft>
                <a:spcPts val="400"/>
              </a:spcAft>
              <a:buNone/>
            </a:pPr>
            <a:r>
              <a:rPr lang="en-US" sz="1350" b="1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Lifting just the top four to the 70% standard would screen ≈600 more women</a:t>
            </a:r>
            <a:endParaRPr lang="en-US" sz="1350" dirty="0">
              <a:solidFill>
                <a:srgbClr val="002060"/>
              </a:solidFill>
            </a:endParaRPr>
          </a:p>
          <a:p>
            <a:pPr marL="0" indent="0">
              <a:buNone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(283 + 142 + 49 + 134 = the gap each needs to reach 70%).</a:t>
            </a:r>
            <a:endParaRPr lang="en-US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00206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 txBox="1"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Breast Screening Inequalities  ·  Marina Volkaert  ·  Data: OHID Fingertips 2024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5720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coverage may be lower</a:t>
            </a:r>
            <a:endParaRPr lang="en-US" sz="2600" dirty="0">
              <a:solidFill>
                <a:srgbClr val="002060"/>
              </a:solidFill>
            </a:endParaRPr>
          </a:p>
        </p:txBody>
      </p:sp>
      <p:sp>
        <p:nvSpPr>
          <p:cNvPr id="5" name="Shape 3"/>
          <p:cNvSpPr/>
          <p:nvPr/>
        </p:nvSpPr>
        <p:spPr>
          <a:xfrm>
            <a:off x="457200" y="1207008"/>
            <a:ext cx="1280160" cy="54864"/>
          </a:xfrm>
          <a:prstGeom prst="rect">
            <a:avLst/>
          </a:prstGeom>
          <a:solidFill>
            <a:srgbClr val="00B05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6" name="Text 4"/>
          <p:cNvSpPr txBox="1"/>
          <p:nvPr/>
        </p:nvSpPr>
        <p:spPr>
          <a:xfrm>
            <a:off x="548640" y="155448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 shows where the gap is, not why. Published evidence points to barriers that cluster with deprivation: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2377440"/>
            <a:ext cx="2697480" cy="1920240"/>
          </a:xfrm>
          <a:prstGeom prst="roundRect">
            <a:avLst>
              <a:gd name="adj" fmla="val 3810"/>
            </a:avLst>
          </a:prstGeom>
          <a:solidFill>
            <a:srgbClr val="F2F6FB"/>
          </a:solidFill>
          <a:ln w="12700">
            <a:solidFill>
              <a:srgbClr val="00206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Text 6"/>
          <p:cNvSpPr txBox="1"/>
          <p:nvPr/>
        </p:nvSpPr>
        <p:spPr>
          <a:xfrm>
            <a:off x="731520" y="2560320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B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&amp; work</a:t>
            </a:r>
            <a:endParaRPr lang="en-US" sz="1500" dirty="0">
              <a:solidFill>
                <a:srgbClr val="00B050"/>
              </a:solidFill>
            </a:endParaRPr>
          </a:p>
        </p:txBody>
      </p:sp>
      <p:sp>
        <p:nvSpPr>
          <p:cNvPr id="9" name="Text 7"/>
          <p:cNvSpPr txBox="1"/>
          <p:nvPr/>
        </p:nvSpPr>
        <p:spPr>
          <a:xfrm>
            <a:off x="731520" y="3108960"/>
            <a:ext cx="23317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Lost pay or no cover for daytime appointments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3337560" y="2377440"/>
            <a:ext cx="2697480" cy="1920240"/>
          </a:xfrm>
          <a:prstGeom prst="roundRect">
            <a:avLst>
              <a:gd name="adj" fmla="val 3810"/>
            </a:avLst>
          </a:prstGeom>
          <a:solidFill>
            <a:srgbClr val="F2F6FB"/>
          </a:solidFill>
          <a:ln w="12700">
            <a:solidFill>
              <a:srgbClr val="00206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" name="Text 9"/>
          <p:cNvSpPr txBox="1"/>
          <p:nvPr/>
        </p:nvSpPr>
        <p:spPr>
          <a:xfrm>
            <a:off x="3520440" y="2560320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B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Travel &amp; childcare</a:t>
            </a:r>
            <a:endParaRPr lang="en-US" sz="1500" dirty="0">
              <a:solidFill>
                <a:srgbClr val="00B050"/>
              </a:solidFill>
            </a:endParaRPr>
          </a:p>
        </p:txBody>
      </p:sp>
      <p:sp>
        <p:nvSpPr>
          <p:cNvPr id="12" name="Text 10"/>
          <p:cNvSpPr txBox="1"/>
          <p:nvPr/>
        </p:nvSpPr>
        <p:spPr>
          <a:xfrm>
            <a:off x="3520440" y="3108960"/>
            <a:ext cx="23317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Harder to reach a clinic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126480" y="2377440"/>
            <a:ext cx="2697480" cy="1920240"/>
          </a:xfrm>
          <a:prstGeom prst="roundRect">
            <a:avLst>
              <a:gd name="adj" fmla="val 3810"/>
            </a:avLst>
          </a:prstGeom>
          <a:solidFill>
            <a:srgbClr val="F2F6FB"/>
          </a:solidFill>
          <a:ln w="12700">
            <a:solidFill>
              <a:srgbClr val="00206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4" name="Text 12"/>
          <p:cNvSpPr txBox="1"/>
          <p:nvPr/>
        </p:nvSpPr>
        <p:spPr>
          <a:xfrm>
            <a:off x="6309360" y="2560320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B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Awareness &amp; trust</a:t>
            </a:r>
            <a:endParaRPr lang="en-US" sz="1500" dirty="0">
              <a:solidFill>
                <a:srgbClr val="00B050"/>
              </a:solidFill>
            </a:endParaRPr>
          </a:p>
        </p:txBody>
      </p:sp>
      <p:sp>
        <p:nvSpPr>
          <p:cNvPr id="15" name="Text 13"/>
          <p:cNvSpPr txBox="1"/>
          <p:nvPr/>
        </p:nvSpPr>
        <p:spPr>
          <a:xfrm>
            <a:off x="6309360" y="3108960"/>
            <a:ext cx="23317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awareness, fear, or stigma; language barriers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8915400" y="2377440"/>
            <a:ext cx="2697480" cy="1920240"/>
          </a:xfrm>
          <a:prstGeom prst="roundRect">
            <a:avLst>
              <a:gd name="adj" fmla="val 3810"/>
            </a:avLst>
          </a:prstGeom>
          <a:solidFill>
            <a:srgbClr val="F2F6FB"/>
          </a:solidFill>
          <a:ln w="12700">
            <a:solidFill>
              <a:srgbClr val="00206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7" name="Text 15"/>
          <p:cNvSpPr txBox="1"/>
          <p:nvPr/>
        </p:nvSpPr>
        <p:spPr>
          <a:xfrm>
            <a:off x="9098280" y="2560320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B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Population churn</a:t>
            </a:r>
            <a:endParaRPr lang="en-US" sz="1500" dirty="0">
              <a:solidFill>
                <a:srgbClr val="00B050"/>
              </a:solidFill>
            </a:endParaRPr>
          </a:p>
        </p:txBody>
      </p:sp>
      <p:sp>
        <p:nvSpPr>
          <p:cNvPr id="18" name="Text 16"/>
          <p:cNvSpPr txBox="1"/>
          <p:nvPr/>
        </p:nvSpPr>
        <p:spPr>
          <a:xfrm>
            <a:off x="9098280" y="3108960"/>
            <a:ext cx="23317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Invitations sent to out-of-date addresses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562292" y="43434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Stated as possibilities from the literature, not conclusions from this dataset (area-level data cannot explain individual behaviour).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00206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 txBox="1"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Breast Screening Inequalities  ·  Marina Volkaert  ·  Data: OHID Fingertips 2024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5720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</a:t>
            </a:r>
            <a:endParaRPr lang="en-US" sz="2600" dirty="0">
              <a:solidFill>
                <a:srgbClr val="002060"/>
              </a:solidFill>
            </a:endParaRPr>
          </a:p>
        </p:txBody>
      </p:sp>
      <p:sp>
        <p:nvSpPr>
          <p:cNvPr id="5" name="Shape 3"/>
          <p:cNvSpPr/>
          <p:nvPr/>
        </p:nvSpPr>
        <p:spPr>
          <a:xfrm>
            <a:off x="457200" y="1207008"/>
            <a:ext cx="1280160" cy="54864"/>
          </a:xfrm>
          <a:prstGeom prst="rect">
            <a:avLst/>
          </a:prstGeom>
          <a:solidFill>
            <a:srgbClr val="00B05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6" name="Text 4"/>
          <p:cNvSpPr txBox="1"/>
          <p:nvPr/>
        </p:nvSpPr>
        <p:spPr>
          <a:xfrm>
            <a:off x="548640" y="155448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the priority practices, matching each action to a likely barrier: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2103120"/>
            <a:ext cx="109728" cy="868680"/>
          </a:xfrm>
          <a:prstGeom prst="rect">
            <a:avLst/>
          </a:prstGeom>
          <a:solidFill>
            <a:srgbClr val="00B05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8" name="Text 6"/>
          <p:cNvSpPr txBox="1"/>
          <p:nvPr/>
        </p:nvSpPr>
        <p:spPr>
          <a:xfrm>
            <a:off x="822960" y="2103120"/>
            <a:ext cx="106984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screening units: </a:t>
            </a: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 vans at Portsdown &amp; Island City in familiar places (supermarkets, community centres) to removes travel &amp; time barriers.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48640" y="3090672"/>
            <a:ext cx="109728" cy="868680"/>
          </a:xfrm>
          <a:prstGeom prst="rect">
            <a:avLst/>
          </a:prstGeom>
          <a:solidFill>
            <a:srgbClr val="00B05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0" name="Text 8"/>
          <p:cNvSpPr txBox="1"/>
          <p:nvPr/>
        </p:nvSpPr>
        <p:spPr>
          <a:xfrm>
            <a:off x="822960" y="3090672"/>
            <a:ext cx="106984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Extended-hours appointments: </a:t>
            </a: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Evenings and weekends for women who lose pay attending in the day.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548640" y="4078224"/>
            <a:ext cx="109728" cy="868680"/>
          </a:xfrm>
          <a:prstGeom prst="rect">
            <a:avLst/>
          </a:prstGeom>
          <a:solidFill>
            <a:srgbClr val="00B05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2" name="Text 10"/>
          <p:cNvSpPr txBox="1"/>
          <p:nvPr/>
        </p:nvSpPr>
        <p:spPr>
          <a:xfrm>
            <a:off x="822960" y="4078224"/>
            <a:ext cx="106984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 outreach &amp; reminders:  </a:t>
            </a: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Through these practices, in relevant languages to builds awareness and trust.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548640" y="5065776"/>
            <a:ext cx="109728" cy="868680"/>
          </a:xfrm>
          <a:prstGeom prst="rect">
            <a:avLst/>
          </a:prstGeom>
          <a:solidFill>
            <a:srgbClr val="00B05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4" name="Text 12"/>
          <p:cNvSpPr txBox="1"/>
          <p:nvPr/>
        </p:nvSpPr>
        <p:spPr>
          <a:xfrm>
            <a:off x="822960" y="5065776"/>
            <a:ext cx="106984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Address-data cleaning:  </a:t>
            </a: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high-churn practices, so invitations reach.</a:t>
            </a:r>
            <a:endParaRPr lang="en-US" sz="13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00206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 txBox="1"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Breast Screening Inequalities  ·  Marina Volkaert  ·  Data: OHID Fingertips 2024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5720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 &amp; data ethics</a:t>
            </a:r>
            <a:endParaRPr lang="en-US" sz="2600" dirty="0">
              <a:solidFill>
                <a:srgbClr val="002060"/>
              </a:solidFill>
            </a:endParaRPr>
          </a:p>
        </p:txBody>
      </p:sp>
      <p:sp>
        <p:nvSpPr>
          <p:cNvPr id="5" name="Shape 3"/>
          <p:cNvSpPr/>
          <p:nvPr/>
        </p:nvSpPr>
        <p:spPr>
          <a:xfrm>
            <a:off x="457200" y="1207008"/>
            <a:ext cx="1280160" cy="54864"/>
          </a:xfrm>
          <a:prstGeom prst="rect">
            <a:avLst/>
          </a:prstGeom>
          <a:solidFill>
            <a:srgbClr val="00B05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6" name="Text 4"/>
          <p:cNvSpPr txBox="1"/>
          <p:nvPr/>
        </p:nvSpPr>
        <p:spPr>
          <a:xfrm>
            <a:off x="640080" y="1737360"/>
            <a:ext cx="1088136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 is a 3-year measure, so it lags recent change.</a:t>
            </a:r>
            <a:endParaRPr lang="en-US" sz="15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Deprivation is modelled at practice level (HEEC interpolated IMD) and describes areas, not individuals — findings are not claims about any single woman (ecological fallacy).</a:t>
            </a:r>
            <a:endParaRPr lang="en-US" sz="15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practices (0.3%) were excluded for missing deprivation or screening data; a few figures are suppressed for small numbers.</a:t>
            </a:r>
            <a:endParaRPr lang="en-US" sz="15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data is open and aggregate — no patient-level or personal data used.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0206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651760"/>
            <a:ext cx="12188952" cy="54864"/>
          </a:xfrm>
          <a:prstGeom prst="rect">
            <a:avLst/>
          </a:prstGeom>
          <a:solidFill>
            <a:srgbClr val="00B05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 txBox="1"/>
          <p:nvPr/>
        </p:nvSpPr>
        <p:spPr>
          <a:xfrm>
            <a:off x="731520" y="1371600"/>
            <a:ext cx="106984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two open files to a targeted, evidence-based recommendation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3017520"/>
            <a:ext cx="1069848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 demonstrated</a:t>
            </a:r>
            <a:r>
              <a:rPr lang="en-US" sz="1500" b="1" dirty="0">
                <a:solidFill>
                  <a:srgbClr val="CFE0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 </a:t>
            </a: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sourcing &amp; cleaning - joining datasets on keys - population-weighted rates - confidence intervals - national vs local analysis - turning analysis into a prioritised recommendation - clear visual communication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512064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CFE0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Coded in Python with AI support as a learning aid, while actively building my own coding fluency.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585216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FC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code &amp; notebook: GitHub  ·  Marina Volkaert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Bjorn">
  <a:themeElements>
    <a:clrScheme name="Bjorn">
      <a:dk1>
        <a:srgbClr val="000000"/>
      </a:dk1>
      <a:lt1>
        <a:srgbClr val="FFFFFF"/>
      </a:lt1>
      <a:dk2>
        <a:srgbClr val="003474"/>
      </a:dk2>
      <a:lt2>
        <a:srgbClr val="EFE6EB"/>
      </a:lt2>
      <a:accent1>
        <a:srgbClr val="28AE70"/>
      </a:accent1>
      <a:accent2>
        <a:srgbClr val="AC9E0C"/>
      </a:accent2>
      <a:accent3>
        <a:srgbClr val="EF3475"/>
      </a:accent3>
      <a:accent4>
        <a:srgbClr val="8961F3"/>
      </a:accent4>
      <a:accent5>
        <a:srgbClr val="11ADD3"/>
      </a:accent5>
      <a:accent6>
        <a:srgbClr val="E78813"/>
      </a:accent6>
      <a:hlink>
        <a:srgbClr val="CD45C3"/>
      </a:hlink>
      <a:folHlink>
        <a:srgbClr val="E34E4E"/>
      </a:folHlink>
    </a:clrScheme>
    <a:fontScheme name="Neue Haas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jorn" id="{121AC9A9-9DF1-410F-980B-228D05632962}" vid="{661A2AC3-DE07-4883-A618-4B52B678F5E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40</TotalTime>
  <Words>950</Words>
  <Application>Microsoft Office PowerPoint</Application>
  <PresentationFormat>Custom</PresentationFormat>
  <Paragraphs>90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Calibri</vt:lpstr>
      <vt:lpstr>Neue Haas Grotesk Text Pro</vt:lpstr>
      <vt:lpstr>System Font Regular</vt:lpstr>
      <vt:lpstr>Bjorn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Marina Volkaert</dc:creator>
  <cp:lastModifiedBy>Marina Volkaert</cp:lastModifiedBy>
  <cp:revision>4</cp:revision>
  <dcterms:created xsi:type="dcterms:W3CDTF">2026-10-03T15:29:00Z</dcterms:created>
  <dcterms:modified xsi:type="dcterms:W3CDTF">2026-10-05T19:48:35Z</dcterms:modified>
</cp:coreProperties>
</file>